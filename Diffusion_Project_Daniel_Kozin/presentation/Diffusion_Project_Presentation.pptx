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224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Kozin" userId="13f39fe03ac30d4a" providerId="LiveId" clId="{D5AC02A9-1FB6-5166-8202-9BD4F8D9D04D}"/>
    <pc:docChg chg="undo custSel modSld">
      <pc:chgData name="Daniel Kozin" userId="13f39fe03ac30d4a" providerId="LiveId" clId="{D5AC02A9-1FB6-5166-8202-9BD4F8D9D04D}" dt="2026-09-12T12:01:50.922" v="869" actId="20577"/>
      <pc:docMkLst>
        <pc:docMk/>
      </pc:docMkLst>
      <pc:sldChg chg="modSp mod">
        <pc:chgData name="Daniel Kozin" userId="13f39fe03ac30d4a" providerId="LiveId" clId="{D5AC02A9-1FB6-5166-8202-9BD4F8D9D04D}" dt="2026-09-12T11:58:31.475" v="758" actId="27636"/>
        <pc:sldMkLst>
          <pc:docMk/>
          <pc:sldMk cId="0" sldId="256"/>
        </pc:sldMkLst>
        <pc:spChg chg="mod">
          <ac:chgData name="Daniel Kozin" userId="13f39fe03ac30d4a" providerId="LiveId" clId="{D5AC02A9-1FB6-5166-8202-9BD4F8D9D04D}" dt="2026-09-12T11:58:31.475" v="757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74" v="754" actId="27636"/>
          <ac:spMkLst>
            <pc:docMk/>
            <pc:sldMk cId="0" sldId="256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75" v="756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75" v="758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74" v="755" actId="27636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Daniel Kozin" userId="13f39fe03ac30d4a" providerId="LiveId" clId="{D5AC02A9-1FB6-5166-8202-9BD4F8D9D04D}" dt="2026-09-12T11:58:31.478" v="767" actId="27636"/>
        <pc:sldMkLst>
          <pc:docMk/>
          <pc:sldMk cId="0" sldId="257"/>
        </pc:sldMkLst>
        <pc:spChg chg="mod">
          <ac:chgData name="Daniel Kozin" userId="13f39fe03ac30d4a" providerId="LiveId" clId="{D5AC02A9-1FB6-5166-8202-9BD4F8D9D04D}" dt="2026-09-12T11:58:31.477" v="761" actId="27636"/>
          <ac:spMkLst>
            <pc:docMk/>
            <pc:sldMk cId="0" sldId="257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77" v="762" actId="27636"/>
          <ac:spMkLst>
            <pc:docMk/>
            <pc:sldMk cId="0" sldId="257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77" v="763" actId="276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77" v="764" actId="27636"/>
          <ac:spMkLst>
            <pc:docMk/>
            <pc:sldMk cId="0" sldId="257"/>
            <ac:spMk id="6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78" v="765" actId="27636"/>
          <ac:spMkLst>
            <pc:docMk/>
            <pc:sldMk cId="0" sldId="257"/>
            <ac:spMk id="8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78" v="766" actId="276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78" v="767" actId="2763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76" v="759" actId="2763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76" v="760" actId="27636"/>
          <ac:spMkLst>
            <pc:docMk/>
            <pc:sldMk cId="0" sldId="257"/>
            <ac:spMk id="14" creationId="{00000000-0000-0000-0000-000000000000}"/>
          </ac:spMkLst>
        </pc:spChg>
      </pc:sldChg>
      <pc:sldChg chg="modSp mod">
        <pc:chgData name="Daniel Kozin" userId="13f39fe03ac30d4a" providerId="LiveId" clId="{D5AC02A9-1FB6-5166-8202-9BD4F8D9D04D}" dt="2026-09-12T11:58:31.480" v="772" actId="27636"/>
        <pc:sldMkLst>
          <pc:docMk/>
          <pc:sldMk cId="0" sldId="258"/>
        </pc:sldMkLst>
        <pc:spChg chg="mod">
          <ac:chgData name="Daniel Kozin" userId="13f39fe03ac30d4a" providerId="LiveId" clId="{D5AC02A9-1FB6-5166-8202-9BD4F8D9D04D}" dt="2026-09-12T11:58:31.480" v="772" actId="276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80" v="770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80" v="771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79" v="768" actId="2763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80" v="769" actId="27636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Daniel Kozin" userId="13f39fe03ac30d4a" providerId="LiveId" clId="{D5AC02A9-1FB6-5166-8202-9BD4F8D9D04D}" dt="2026-09-12T11:58:31.484" v="783" actId="27636"/>
        <pc:sldMkLst>
          <pc:docMk/>
          <pc:sldMk cId="0" sldId="259"/>
        </pc:sldMkLst>
        <pc:spChg chg="mod">
          <ac:chgData name="Daniel Kozin" userId="13f39fe03ac30d4a" providerId="LiveId" clId="{D5AC02A9-1FB6-5166-8202-9BD4F8D9D04D}" dt="2026-09-12T11:58:31.483" v="781" actId="27636"/>
          <ac:spMkLst>
            <pc:docMk/>
            <pc:sldMk cId="0" sldId="259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82" v="775" actId="276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84" v="782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82" v="774" actId="27636"/>
          <ac:spMkLst>
            <pc:docMk/>
            <pc:sldMk cId="0" sldId="259"/>
            <ac:spMk id="6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82" v="777" actId="2763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81" v="773" actId="2763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83" v="779" actId="2763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83" v="780" actId="2763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83" v="778" actId="2763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84" v="783" actId="2763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82" v="776" actId="27636"/>
          <ac:spMkLst>
            <pc:docMk/>
            <pc:sldMk cId="0" sldId="259"/>
            <ac:spMk id="28" creationId="{00000000-0000-0000-0000-000000000000}"/>
          </ac:spMkLst>
        </pc:spChg>
      </pc:sldChg>
      <pc:sldChg chg="modSp mod">
        <pc:chgData name="Daniel Kozin" userId="13f39fe03ac30d4a" providerId="LiveId" clId="{D5AC02A9-1FB6-5166-8202-9BD4F8D9D04D}" dt="2026-09-12T11:58:31.485" v="786" actId="27636"/>
        <pc:sldMkLst>
          <pc:docMk/>
          <pc:sldMk cId="0" sldId="260"/>
        </pc:sldMkLst>
        <pc:spChg chg="mod">
          <ac:chgData name="Daniel Kozin" userId="13f39fe03ac30d4a" providerId="LiveId" clId="{D5AC02A9-1FB6-5166-8202-9BD4F8D9D04D}" dt="2026-09-12T11:58:31.485" v="786" actId="27636"/>
          <ac:spMkLst>
            <pc:docMk/>
            <pc:sldMk cId="0" sldId="260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85" v="784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85" v="785" actId="27636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Daniel Kozin" userId="13f39fe03ac30d4a" providerId="LiveId" clId="{D5AC02A9-1FB6-5166-8202-9BD4F8D9D04D}" dt="2026-09-12T11:58:31.488" v="791" actId="27636"/>
        <pc:sldMkLst>
          <pc:docMk/>
          <pc:sldMk cId="0" sldId="261"/>
        </pc:sldMkLst>
        <pc:spChg chg="mod">
          <ac:chgData name="Daniel Kozin" userId="13f39fe03ac30d4a" providerId="LiveId" clId="{D5AC02A9-1FB6-5166-8202-9BD4F8D9D04D}" dt="2026-09-12T11:58:31.487" v="788" actId="27636"/>
          <ac:spMkLst>
            <pc:docMk/>
            <pc:sldMk cId="0" sldId="261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87" v="789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88" v="791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86" v="787" actId="27636"/>
          <ac:spMkLst>
            <pc:docMk/>
            <pc:sldMk cId="0" sldId="261"/>
            <ac:spMk id="9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87" v="790" actId="27636"/>
          <ac:spMkLst>
            <pc:docMk/>
            <pc:sldMk cId="0" sldId="261"/>
            <ac:spMk id="10" creationId="{00000000-0000-0000-0000-000000000000}"/>
          </ac:spMkLst>
        </pc:spChg>
      </pc:sldChg>
      <pc:sldChg chg="modSp mod">
        <pc:chgData name="Daniel Kozin" userId="13f39fe03ac30d4a" providerId="LiveId" clId="{D5AC02A9-1FB6-5166-8202-9BD4F8D9D04D}" dt="2026-09-12T11:58:31.489" v="795" actId="27636"/>
        <pc:sldMkLst>
          <pc:docMk/>
          <pc:sldMk cId="0" sldId="262"/>
        </pc:sldMkLst>
        <pc:spChg chg="mod">
          <ac:chgData name="Daniel Kozin" userId="13f39fe03ac30d4a" providerId="LiveId" clId="{D5AC02A9-1FB6-5166-8202-9BD4F8D9D04D}" dt="2026-09-12T11:58:31.489" v="794" actId="27636"/>
          <ac:spMkLst>
            <pc:docMk/>
            <pc:sldMk cId="0" sldId="262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89" v="793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89" v="792" actId="27636"/>
          <ac:spMkLst>
            <pc:docMk/>
            <pc:sldMk cId="0" sldId="262"/>
            <ac:spMk id="6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89" v="795" actId="27636"/>
          <ac:spMkLst>
            <pc:docMk/>
            <pc:sldMk cId="0" sldId="262"/>
            <ac:spMk id="7" creationId="{00000000-0000-0000-0000-000000000000}"/>
          </ac:spMkLst>
        </pc:spChg>
      </pc:sldChg>
      <pc:sldChg chg="modSp mod">
        <pc:chgData name="Daniel Kozin" userId="13f39fe03ac30d4a" providerId="LiveId" clId="{D5AC02A9-1FB6-5166-8202-9BD4F8D9D04D}" dt="2026-09-12T11:58:31.493" v="810" actId="27636"/>
        <pc:sldMkLst>
          <pc:docMk/>
          <pc:sldMk cId="0" sldId="263"/>
        </pc:sldMkLst>
        <pc:spChg chg="mod">
          <ac:chgData name="Daniel Kozin" userId="13f39fe03ac30d4a" providerId="LiveId" clId="{D5AC02A9-1FB6-5166-8202-9BD4F8D9D04D}" dt="2026-09-12T11:58:31.493" v="806" actId="27636"/>
          <ac:spMkLst>
            <pc:docMk/>
            <pc:sldMk cId="0" sldId="263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3" v="808" actId="27636"/>
          <ac:spMkLst>
            <pc:docMk/>
            <pc:sldMk cId="0" sldId="263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1" v="800" actId="27636"/>
          <ac:spMkLst>
            <pc:docMk/>
            <pc:sldMk cId="0" sldId="263"/>
            <ac:spMk id="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2" v="803" actId="27636"/>
          <ac:spMkLst>
            <pc:docMk/>
            <pc:sldMk cId="0" sldId="263"/>
            <ac:spMk id="5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1" v="799" actId="27636"/>
          <ac:spMkLst>
            <pc:docMk/>
            <pc:sldMk cId="0" sldId="263"/>
            <ac:spMk id="7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3" v="807" actId="27636"/>
          <ac:spMkLst>
            <pc:docMk/>
            <pc:sldMk cId="0" sldId="263"/>
            <ac:spMk id="9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1" v="801" actId="2763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2" v="804" actId="2763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2" v="805" actId="2763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2" v="802" actId="27636"/>
          <ac:spMkLst>
            <pc:docMk/>
            <pc:sldMk cId="0" sldId="263"/>
            <ac:spMk id="1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0" v="796" actId="2763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3" v="810" actId="2763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0" v="797" actId="2763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1" v="798" actId="2763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3" v="809" actId="27636"/>
          <ac:spMkLst>
            <pc:docMk/>
            <pc:sldMk cId="0" sldId="263"/>
            <ac:spMk id="23" creationId="{00000000-0000-0000-0000-000000000000}"/>
          </ac:spMkLst>
        </pc:spChg>
      </pc:sldChg>
      <pc:sldChg chg="modSp mod">
        <pc:chgData name="Daniel Kozin" userId="13f39fe03ac30d4a" providerId="LiveId" clId="{D5AC02A9-1FB6-5166-8202-9BD4F8D9D04D}" dt="2026-09-12T11:58:31.496" v="814" actId="27636"/>
        <pc:sldMkLst>
          <pc:docMk/>
          <pc:sldMk cId="0" sldId="264"/>
        </pc:sldMkLst>
        <pc:spChg chg="mod">
          <ac:chgData name="Daniel Kozin" userId="13f39fe03ac30d4a" providerId="LiveId" clId="{D5AC02A9-1FB6-5166-8202-9BD4F8D9D04D}" dt="2026-09-12T11:58:31.495" v="811" actId="27636"/>
          <ac:spMkLst>
            <pc:docMk/>
            <pc:sldMk cId="0" sldId="264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5" v="813" actId="27636"/>
          <ac:spMkLst>
            <pc:docMk/>
            <pc:sldMk cId="0" sldId="264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6" v="814" actId="27636"/>
          <ac:spMkLst>
            <pc:docMk/>
            <pc:sldMk cId="0" sldId="264"/>
            <ac:spMk id="5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5" v="812" actId="27636"/>
          <ac:spMkLst>
            <pc:docMk/>
            <pc:sldMk cId="0" sldId="264"/>
            <ac:spMk id="6" creationId="{00000000-0000-0000-0000-000000000000}"/>
          </ac:spMkLst>
        </pc:spChg>
      </pc:sldChg>
      <pc:sldChg chg="modSp mod">
        <pc:chgData name="Daniel Kozin" userId="13f39fe03ac30d4a" providerId="LiveId" clId="{D5AC02A9-1FB6-5166-8202-9BD4F8D9D04D}" dt="2026-09-12T11:58:31.500" v="828" actId="27636"/>
        <pc:sldMkLst>
          <pc:docMk/>
          <pc:sldMk cId="0" sldId="265"/>
        </pc:sldMkLst>
        <pc:spChg chg="mod">
          <ac:chgData name="Daniel Kozin" userId="13f39fe03ac30d4a" providerId="LiveId" clId="{D5AC02A9-1FB6-5166-8202-9BD4F8D9D04D}" dt="2026-09-12T11:58:31.499" v="826" actId="27636"/>
          <ac:spMkLst>
            <pc:docMk/>
            <pc:sldMk cId="0" sldId="265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9" v="825" actId="27636"/>
          <ac:spMkLst>
            <pc:docMk/>
            <pc:sldMk cId="0" sldId="265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8" v="820" actId="27636"/>
          <ac:spMkLst>
            <pc:docMk/>
            <pc:sldMk cId="0" sldId="265"/>
            <ac:spMk id="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8" v="821" actId="27636"/>
          <ac:spMkLst>
            <pc:docMk/>
            <pc:sldMk cId="0" sldId="265"/>
            <ac:spMk id="5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9" v="822" actId="27636"/>
          <ac:spMkLst>
            <pc:docMk/>
            <pc:sldMk cId="0" sldId="265"/>
            <ac:spMk id="6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7" v="818" actId="27636"/>
          <ac:spMkLst>
            <pc:docMk/>
            <pc:sldMk cId="0" sldId="265"/>
            <ac:spMk id="7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7" v="817" actId="2763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8" v="819" actId="2763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9" v="823" actId="2763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9" v="824" actId="2763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500" v="827" actId="2763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7" v="815" actId="2763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500" v="828" actId="2763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97" v="816" actId="27636"/>
          <ac:spMkLst>
            <pc:docMk/>
            <pc:sldMk cId="0" sldId="265"/>
            <ac:spMk id="21" creationId="{00000000-0000-0000-0000-000000000000}"/>
          </ac:spMkLst>
        </pc:spChg>
      </pc:sldChg>
      <pc:sldChg chg="modSp mod">
        <pc:chgData name="Daniel Kozin" userId="13f39fe03ac30d4a" providerId="LiveId" clId="{D5AC02A9-1FB6-5166-8202-9BD4F8D9D04D}" dt="2026-09-12T11:58:31.502" v="835" actId="27636"/>
        <pc:sldMkLst>
          <pc:docMk/>
          <pc:sldMk cId="0" sldId="266"/>
        </pc:sldMkLst>
        <pc:spChg chg="mod">
          <ac:chgData name="Daniel Kozin" userId="13f39fe03ac30d4a" providerId="LiveId" clId="{D5AC02A9-1FB6-5166-8202-9BD4F8D9D04D}" dt="2026-09-12T11:58:31.501" v="829" actId="27636"/>
          <ac:spMkLst>
            <pc:docMk/>
            <pc:sldMk cId="0" sldId="266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502" v="832" actId="27636"/>
          <ac:spMkLst>
            <pc:docMk/>
            <pc:sldMk cId="0" sldId="266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502" v="833" actId="27636"/>
          <ac:spMkLst>
            <pc:docMk/>
            <pc:sldMk cId="0" sldId="266"/>
            <ac:spMk id="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502" v="834" actId="27636"/>
          <ac:spMkLst>
            <pc:docMk/>
            <pc:sldMk cId="0" sldId="266"/>
            <ac:spMk id="6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501" v="830" actId="27636"/>
          <ac:spMkLst>
            <pc:docMk/>
            <pc:sldMk cId="0" sldId="266"/>
            <ac:spMk id="7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501" v="831" actId="2763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502" v="835" actId="27636"/>
          <ac:spMkLst>
            <pc:docMk/>
            <pc:sldMk cId="0" sldId="266"/>
            <ac:spMk id="11" creationId="{00000000-0000-0000-0000-000000000000}"/>
          </ac:spMkLst>
        </pc:spChg>
      </pc:sldChg>
      <pc:sldChg chg="modSp mod modAnim">
        <pc:chgData name="Daniel Kozin" userId="13f39fe03ac30d4a" providerId="LiveId" clId="{D5AC02A9-1FB6-5166-8202-9BD4F8D9D04D}" dt="2026-09-12T11:58:42.220" v="837"/>
        <pc:sldMkLst>
          <pc:docMk/>
          <pc:sldMk cId="0" sldId="267"/>
        </pc:sldMkLst>
        <pc:spChg chg="mod">
          <ac:chgData name="Daniel Kozin" userId="13f39fe03ac30d4a" providerId="LiveId" clId="{D5AC02A9-1FB6-5166-8202-9BD4F8D9D04D}" dt="2026-09-12T11:58:31.417" v="588" actId="27636"/>
          <ac:spMkLst>
            <pc:docMk/>
            <pc:sldMk cId="0" sldId="267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17" v="587" actId="27636"/>
          <ac:spMkLst>
            <pc:docMk/>
            <pc:sldMk cId="0" sldId="267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17" v="589" actId="27636"/>
          <ac:spMkLst>
            <pc:docMk/>
            <pc:sldMk cId="0" sldId="267"/>
            <ac:spMk id="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16" v="586" actId="27636"/>
          <ac:spMkLst>
            <pc:docMk/>
            <pc:sldMk cId="0" sldId="267"/>
            <ac:spMk id="11" creationId="{00000000-0000-0000-0000-000000000000}"/>
          </ac:spMkLst>
        </pc:spChg>
      </pc:sldChg>
      <pc:sldChg chg="modSp mod">
        <pc:chgData name="Daniel Kozin" userId="13f39fe03ac30d4a" providerId="LiveId" clId="{D5AC02A9-1FB6-5166-8202-9BD4F8D9D04D}" dt="2026-09-12T11:58:31.421" v="593" actId="27636"/>
        <pc:sldMkLst>
          <pc:docMk/>
          <pc:sldMk cId="0" sldId="268"/>
        </pc:sldMkLst>
        <pc:spChg chg="mod">
          <ac:chgData name="Daniel Kozin" userId="13f39fe03ac30d4a" providerId="LiveId" clId="{D5AC02A9-1FB6-5166-8202-9BD4F8D9D04D}" dt="2026-09-12T11:58:31.420" v="590" actId="27636"/>
          <ac:spMkLst>
            <pc:docMk/>
            <pc:sldMk cId="0" sldId="268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0" v="591" actId="27636"/>
          <ac:spMkLst>
            <pc:docMk/>
            <pc:sldMk cId="0" sldId="268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1" v="593" actId="27636"/>
          <ac:spMkLst>
            <pc:docMk/>
            <pc:sldMk cId="0" sldId="268"/>
            <ac:spMk id="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0" v="592" actId="27636"/>
          <ac:spMkLst>
            <pc:docMk/>
            <pc:sldMk cId="0" sldId="268"/>
            <ac:spMk id="7" creationId="{00000000-0000-0000-0000-000000000000}"/>
          </ac:spMkLst>
        </pc:spChg>
      </pc:sldChg>
      <pc:sldChg chg="modSp mod">
        <pc:chgData name="Daniel Kozin" userId="13f39fe03ac30d4a" providerId="LiveId" clId="{D5AC02A9-1FB6-5166-8202-9BD4F8D9D04D}" dt="2026-09-12T11:58:31.422" v="597" actId="27636"/>
        <pc:sldMkLst>
          <pc:docMk/>
          <pc:sldMk cId="0" sldId="269"/>
        </pc:sldMkLst>
        <pc:spChg chg="mod">
          <ac:chgData name="Daniel Kozin" userId="13f39fe03ac30d4a" providerId="LiveId" clId="{D5AC02A9-1FB6-5166-8202-9BD4F8D9D04D}" dt="2026-09-12T11:58:31.421" v="594" actId="27636"/>
          <ac:spMkLst>
            <pc:docMk/>
            <pc:sldMk cId="0" sldId="269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2" v="596" actId="27636"/>
          <ac:spMkLst>
            <pc:docMk/>
            <pc:sldMk cId="0" sldId="269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2" v="595" actId="27636"/>
          <ac:spMkLst>
            <pc:docMk/>
            <pc:sldMk cId="0" sldId="269"/>
            <ac:spMk id="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2" v="597" actId="27636"/>
          <ac:spMkLst>
            <pc:docMk/>
            <pc:sldMk cId="0" sldId="269"/>
            <ac:spMk id="5" creationId="{00000000-0000-0000-0000-000000000000}"/>
          </ac:spMkLst>
        </pc:spChg>
      </pc:sldChg>
      <pc:sldChg chg="modSp mod">
        <pc:chgData name="Daniel Kozin" userId="13f39fe03ac30d4a" providerId="LiveId" clId="{D5AC02A9-1FB6-5166-8202-9BD4F8D9D04D}" dt="2026-09-12T11:58:31.423" v="600" actId="27636"/>
        <pc:sldMkLst>
          <pc:docMk/>
          <pc:sldMk cId="0" sldId="270"/>
        </pc:sldMkLst>
        <pc:spChg chg="mod">
          <ac:chgData name="Daniel Kozin" userId="13f39fe03ac30d4a" providerId="LiveId" clId="{D5AC02A9-1FB6-5166-8202-9BD4F8D9D04D}" dt="2026-09-12T11:58:31.423" v="598" actId="27636"/>
          <ac:spMkLst>
            <pc:docMk/>
            <pc:sldMk cId="0" sldId="270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3" v="599" actId="27636"/>
          <ac:spMkLst>
            <pc:docMk/>
            <pc:sldMk cId="0" sldId="270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3" v="600" actId="27636"/>
          <ac:spMkLst>
            <pc:docMk/>
            <pc:sldMk cId="0" sldId="270"/>
            <ac:spMk id="6" creationId="{00000000-0000-0000-0000-000000000000}"/>
          </ac:spMkLst>
        </pc:spChg>
      </pc:sldChg>
      <pc:sldChg chg="modSp mod">
        <pc:chgData name="Daniel Kozin" userId="13f39fe03ac30d4a" providerId="LiveId" clId="{D5AC02A9-1FB6-5166-8202-9BD4F8D9D04D}" dt="2026-09-12T11:58:31.428" v="616" actId="27636"/>
        <pc:sldMkLst>
          <pc:docMk/>
          <pc:sldMk cId="0" sldId="271"/>
        </pc:sldMkLst>
        <pc:spChg chg="mod">
          <ac:chgData name="Daniel Kozin" userId="13f39fe03ac30d4a" providerId="LiveId" clId="{D5AC02A9-1FB6-5166-8202-9BD4F8D9D04D}" dt="2026-09-12T11:58:31.426" v="607" actId="27636"/>
          <ac:spMkLst>
            <pc:docMk/>
            <pc:sldMk cId="0" sldId="271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5" v="604" actId="27636"/>
          <ac:spMkLst>
            <pc:docMk/>
            <pc:sldMk cId="0" sldId="271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4" v="602" actId="27636"/>
          <ac:spMkLst>
            <pc:docMk/>
            <pc:sldMk cId="0" sldId="271"/>
            <ac:spMk id="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5" v="606" actId="27636"/>
          <ac:spMkLst>
            <pc:docMk/>
            <pc:sldMk cId="0" sldId="271"/>
            <ac:spMk id="5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6" v="608" actId="27636"/>
          <ac:spMkLst>
            <pc:docMk/>
            <pc:sldMk cId="0" sldId="271"/>
            <ac:spMk id="6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5" v="605" actId="27636"/>
          <ac:spMkLst>
            <pc:docMk/>
            <pc:sldMk cId="0" sldId="271"/>
            <ac:spMk id="9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5" v="603" actId="27636"/>
          <ac:spMkLst>
            <pc:docMk/>
            <pc:sldMk cId="0" sldId="271"/>
            <ac:spMk id="10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4" v="601" actId="2763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6" v="609" actId="27636"/>
          <ac:spMkLst>
            <pc:docMk/>
            <pc:sldMk cId="0" sldId="271"/>
            <ac:spMk id="1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6" v="610" actId="27636"/>
          <ac:spMkLst>
            <pc:docMk/>
            <pc:sldMk cId="0" sldId="271"/>
            <ac:spMk id="18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7" v="611" actId="27636"/>
          <ac:spMkLst>
            <pc:docMk/>
            <pc:sldMk cId="0" sldId="271"/>
            <ac:spMk id="19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7" v="612" actId="27636"/>
          <ac:spMkLst>
            <pc:docMk/>
            <pc:sldMk cId="0" sldId="271"/>
            <ac:spMk id="2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7" v="613" actId="27636"/>
          <ac:spMkLst>
            <pc:docMk/>
            <pc:sldMk cId="0" sldId="271"/>
            <ac:spMk id="2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7" v="614" actId="27636"/>
          <ac:spMkLst>
            <pc:docMk/>
            <pc:sldMk cId="0" sldId="271"/>
            <ac:spMk id="26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7" v="615" actId="27636"/>
          <ac:spMkLst>
            <pc:docMk/>
            <pc:sldMk cId="0" sldId="271"/>
            <ac:spMk id="27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8" v="616" actId="27636"/>
          <ac:spMkLst>
            <pc:docMk/>
            <pc:sldMk cId="0" sldId="271"/>
            <ac:spMk id="28" creationId="{00000000-0000-0000-0000-000000000000}"/>
          </ac:spMkLst>
        </pc:spChg>
      </pc:sldChg>
      <pc:sldChg chg="modSp mod">
        <pc:chgData name="Daniel Kozin" userId="13f39fe03ac30d4a" providerId="LiveId" clId="{D5AC02A9-1FB6-5166-8202-9BD4F8D9D04D}" dt="2026-09-12T11:58:31.438" v="656" actId="27636"/>
        <pc:sldMkLst>
          <pc:docMk/>
          <pc:sldMk cId="0" sldId="272"/>
        </pc:sldMkLst>
        <pc:spChg chg="mod">
          <ac:chgData name="Daniel Kozin" userId="13f39fe03ac30d4a" providerId="LiveId" clId="{D5AC02A9-1FB6-5166-8202-9BD4F8D9D04D}" dt="2026-09-12T11:58:31.436" v="650" actId="27636"/>
          <ac:spMkLst>
            <pc:docMk/>
            <pc:sldMk cId="0" sldId="272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7" v="651" actId="27636"/>
          <ac:spMkLst>
            <pc:docMk/>
            <pc:sldMk cId="0" sldId="272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7" v="653" actId="27636"/>
          <ac:spMkLst>
            <pc:docMk/>
            <pc:sldMk cId="0" sldId="272"/>
            <ac:spMk id="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0" v="621" actId="27636"/>
          <ac:spMkLst>
            <pc:docMk/>
            <pc:sldMk cId="0" sldId="272"/>
            <ac:spMk id="11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0" v="623" actId="27636"/>
          <ac:spMkLst>
            <pc:docMk/>
            <pc:sldMk cId="0" sldId="272"/>
            <ac:spMk id="1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1" v="624" actId="27636"/>
          <ac:spMkLst>
            <pc:docMk/>
            <pc:sldMk cId="0" sldId="272"/>
            <ac:spMk id="1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1" v="625" actId="27636"/>
          <ac:spMkLst>
            <pc:docMk/>
            <pc:sldMk cId="0" sldId="272"/>
            <ac:spMk id="1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1" v="626" actId="27636"/>
          <ac:spMkLst>
            <pc:docMk/>
            <pc:sldMk cId="0" sldId="272"/>
            <ac:spMk id="16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1" v="627" actId="27636"/>
          <ac:spMkLst>
            <pc:docMk/>
            <pc:sldMk cId="0" sldId="272"/>
            <ac:spMk id="17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2" v="628" actId="27636"/>
          <ac:spMkLst>
            <pc:docMk/>
            <pc:sldMk cId="0" sldId="272"/>
            <ac:spMk id="18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2" v="629" actId="27636"/>
          <ac:spMkLst>
            <pc:docMk/>
            <pc:sldMk cId="0" sldId="272"/>
            <ac:spMk id="19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2" v="630" actId="27636"/>
          <ac:spMkLst>
            <pc:docMk/>
            <pc:sldMk cId="0" sldId="272"/>
            <ac:spMk id="21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2" v="631" actId="27636"/>
          <ac:spMkLst>
            <pc:docMk/>
            <pc:sldMk cId="0" sldId="272"/>
            <ac:spMk id="2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2" v="632" actId="27636"/>
          <ac:spMkLst>
            <pc:docMk/>
            <pc:sldMk cId="0" sldId="272"/>
            <ac:spMk id="2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3" v="633" actId="27636"/>
          <ac:spMkLst>
            <pc:docMk/>
            <pc:sldMk cId="0" sldId="272"/>
            <ac:spMk id="2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3" v="634" actId="27636"/>
          <ac:spMkLst>
            <pc:docMk/>
            <pc:sldMk cId="0" sldId="272"/>
            <ac:spMk id="26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3" v="635" actId="27636"/>
          <ac:spMkLst>
            <pc:docMk/>
            <pc:sldMk cId="0" sldId="272"/>
            <ac:spMk id="27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3" v="636" actId="27636"/>
          <ac:spMkLst>
            <pc:docMk/>
            <pc:sldMk cId="0" sldId="272"/>
            <ac:spMk id="28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3" v="637" actId="27636"/>
          <ac:spMkLst>
            <pc:docMk/>
            <pc:sldMk cId="0" sldId="272"/>
            <ac:spMk id="29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4" v="638" actId="27636"/>
          <ac:spMkLst>
            <pc:docMk/>
            <pc:sldMk cId="0" sldId="272"/>
            <ac:spMk id="31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4" v="639" actId="27636"/>
          <ac:spMkLst>
            <pc:docMk/>
            <pc:sldMk cId="0" sldId="272"/>
            <ac:spMk id="3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4" v="640" actId="27636"/>
          <ac:spMkLst>
            <pc:docMk/>
            <pc:sldMk cId="0" sldId="272"/>
            <ac:spMk id="3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4" v="641" actId="27636"/>
          <ac:spMkLst>
            <pc:docMk/>
            <pc:sldMk cId="0" sldId="272"/>
            <ac:spMk id="3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4" v="642" actId="27636"/>
          <ac:spMkLst>
            <pc:docMk/>
            <pc:sldMk cId="0" sldId="272"/>
            <ac:spMk id="36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5" v="643" actId="27636"/>
          <ac:spMkLst>
            <pc:docMk/>
            <pc:sldMk cId="0" sldId="272"/>
            <ac:spMk id="37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5" v="644" actId="27636"/>
          <ac:spMkLst>
            <pc:docMk/>
            <pc:sldMk cId="0" sldId="272"/>
            <ac:spMk id="38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5" v="645" actId="27636"/>
          <ac:spMkLst>
            <pc:docMk/>
            <pc:sldMk cId="0" sldId="272"/>
            <ac:spMk id="39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5" v="646" actId="27636"/>
          <ac:spMkLst>
            <pc:docMk/>
            <pc:sldMk cId="0" sldId="272"/>
            <ac:spMk id="41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6" v="647" actId="27636"/>
          <ac:spMkLst>
            <pc:docMk/>
            <pc:sldMk cId="0" sldId="272"/>
            <ac:spMk id="4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6" v="648" actId="27636"/>
          <ac:spMkLst>
            <pc:docMk/>
            <pc:sldMk cId="0" sldId="272"/>
            <ac:spMk id="4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6" v="649" actId="27636"/>
          <ac:spMkLst>
            <pc:docMk/>
            <pc:sldMk cId="0" sldId="272"/>
            <ac:spMk id="4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7" v="652" actId="27636"/>
          <ac:spMkLst>
            <pc:docMk/>
            <pc:sldMk cId="0" sldId="272"/>
            <ac:spMk id="46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7" v="654" actId="27636"/>
          <ac:spMkLst>
            <pc:docMk/>
            <pc:sldMk cId="0" sldId="272"/>
            <ac:spMk id="47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8" v="655" actId="27636"/>
          <ac:spMkLst>
            <pc:docMk/>
            <pc:sldMk cId="0" sldId="272"/>
            <ac:spMk id="48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8" v="656" actId="27636"/>
          <ac:spMkLst>
            <pc:docMk/>
            <pc:sldMk cId="0" sldId="272"/>
            <ac:spMk id="49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9" v="617" actId="27636"/>
          <ac:spMkLst>
            <pc:docMk/>
            <pc:sldMk cId="0" sldId="272"/>
            <ac:spMk id="51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9" v="618" actId="27636"/>
          <ac:spMkLst>
            <pc:docMk/>
            <pc:sldMk cId="0" sldId="272"/>
            <ac:spMk id="5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9" v="619" actId="27636"/>
          <ac:spMkLst>
            <pc:docMk/>
            <pc:sldMk cId="0" sldId="272"/>
            <ac:spMk id="5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29" v="620" actId="27636"/>
          <ac:spMkLst>
            <pc:docMk/>
            <pc:sldMk cId="0" sldId="272"/>
            <ac:spMk id="5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0" v="622" actId="27636"/>
          <ac:spMkLst>
            <pc:docMk/>
            <pc:sldMk cId="0" sldId="272"/>
            <ac:spMk id="55" creationId="{00000000-0000-0000-0000-000000000000}"/>
          </ac:spMkLst>
        </pc:spChg>
      </pc:sldChg>
      <pc:sldChg chg="addSp modSp mod modAnim">
        <pc:chgData name="Daniel Kozin" userId="13f39fe03ac30d4a" providerId="LiveId" clId="{D5AC02A9-1FB6-5166-8202-9BD4F8D9D04D}" dt="2026-09-12T12:01:32.052" v="865"/>
        <pc:sldMkLst>
          <pc:docMk/>
          <pc:sldMk cId="0" sldId="273"/>
        </pc:sldMkLst>
        <pc:spChg chg="mod">
          <ac:chgData name="Daniel Kozin" userId="13f39fe03ac30d4a" providerId="LiveId" clId="{D5AC02A9-1FB6-5166-8202-9BD4F8D9D04D}" dt="2026-09-12T11:58:31.439" v="657" actId="27636"/>
          <ac:spMkLst>
            <pc:docMk/>
            <pc:sldMk cId="0" sldId="273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39" v="658" actId="27636"/>
          <ac:spMkLst>
            <pc:docMk/>
            <pc:sldMk cId="0" sldId="273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40" v="659" actId="27636"/>
          <ac:spMkLst>
            <pc:docMk/>
            <pc:sldMk cId="0" sldId="273"/>
            <ac:spMk id="6" creationId="{00000000-0000-0000-0000-000000000000}"/>
          </ac:spMkLst>
        </pc:spChg>
        <pc:picChg chg="add mod">
          <ac:chgData name="Daniel Kozin" userId="13f39fe03ac30d4a" providerId="LiveId" clId="{D5AC02A9-1FB6-5166-8202-9BD4F8D9D04D}" dt="2026-09-12T11:59:34.550" v="840" actId="1076"/>
          <ac:picMkLst>
            <pc:docMk/>
            <pc:sldMk cId="0" sldId="273"/>
            <ac:picMk id="7" creationId="{C637302B-E43D-CA7B-87B8-46E1201ED7A0}"/>
          </ac:picMkLst>
        </pc:picChg>
      </pc:sldChg>
      <pc:sldChg chg="modSp mod">
        <pc:chgData name="Daniel Kozin" userId="13f39fe03ac30d4a" providerId="LiveId" clId="{D5AC02A9-1FB6-5166-8202-9BD4F8D9D04D}" dt="2026-09-12T11:58:31.441" v="662" actId="27636"/>
        <pc:sldMkLst>
          <pc:docMk/>
          <pc:sldMk cId="0" sldId="274"/>
        </pc:sldMkLst>
        <pc:spChg chg="mod">
          <ac:chgData name="Daniel Kozin" userId="13f39fe03ac30d4a" providerId="LiveId" clId="{D5AC02A9-1FB6-5166-8202-9BD4F8D9D04D}" dt="2026-09-12T11:58:31.440" v="660" actId="27636"/>
          <ac:spMkLst>
            <pc:docMk/>
            <pc:sldMk cId="0" sldId="274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41" v="661" actId="27636"/>
          <ac:spMkLst>
            <pc:docMk/>
            <pc:sldMk cId="0" sldId="274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41" v="662" actId="27636"/>
          <ac:spMkLst>
            <pc:docMk/>
            <pc:sldMk cId="0" sldId="274"/>
            <ac:spMk id="4" creationId="{00000000-0000-0000-0000-000000000000}"/>
          </ac:spMkLst>
        </pc:spChg>
      </pc:sldChg>
      <pc:sldChg chg="modSp mod">
        <pc:chgData name="Daniel Kozin" userId="13f39fe03ac30d4a" providerId="LiveId" clId="{D5AC02A9-1FB6-5166-8202-9BD4F8D9D04D}" dt="2026-09-12T11:58:31.443" v="666" actId="27636"/>
        <pc:sldMkLst>
          <pc:docMk/>
          <pc:sldMk cId="0" sldId="275"/>
        </pc:sldMkLst>
        <pc:spChg chg="mod">
          <ac:chgData name="Daniel Kozin" userId="13f39fe03ac30d4a" providerId="LiveId" clId="{D5AC02A9-1FB6-5166-8202-9BD4F8D9D04D}" dt="2026-09-12T11:58:31.442" v="664" actId="27636"/>
          <ac:spMkLst>
            <pc:docMk/>
            <pc:sldMk cId="0" sldId="275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42" v="665" actId="27636"/>
          <ac:spMkLst>
            <pc:docMk/>
            <pc:sldMk cId="0" sldId="275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43" v="666" actId="27636"/>
          <ac:spMkLst>
            <pc:docMk/>
            <pc:sldMk cId="0" sldId="275"/>
            <ac:spMk id="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42" v="663" actId="27636"/>
          <ac:spMkLst>
            <pc:docMk/>
            <pc:sldMk cId="0" sldId="275"/>
            <ac:spMk id="7" creationId="{00000000-0000-0000-0000-000000000000}"/>
          </ac:spMkLst>
        </pc:spChg>
      </pc:sldChg>
      <pc:sldChg chg="addSp modSp mod modAnim">
        <pc:chgData name="Daniel Kozin" userId="13f39fe03ac30d4a" providerId="LiveId" clId="{D5AC02A9-1FB6-5166-8202-9BD4F8D9D04D}" dt="2026-09-12T12:01:50.922" v="869" actId="20577"/>
        <pc:sldMkLst>
          <pc:docMk/>
          <pc:sldMk cId="0" sldId="276"/>
        </pc:sldMkLst>
        <pc:spChg chg="mod">
          <ac:chgData name="Daniel Kozin" userId="13f39fe03ac30d4a" providerId="LiveId" clId="{D5AC02A9-1FB6-5166-8202-9BD4F8D9D04D}" dt="2026-09-12T11:58:31.443" v="667" actId="27636"/>
          <ac:spMkLst>
            <pc:docMk/>
            <pc:sldMk cId="0" sldId="276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44" v="668" actId="27636"/>
          <ac:spMkLst>
            <pc:docMk/>
            <pc:sldMk cId="0" sldId="276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44" v="669" actId="27636"/>
          <ac:spMkLst>
            <pc:docMk/>
            <pc:sldMk cId="0" sldId="276"/>
            <ac:spMk id="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2:01:50.922" v="869" actId="20577"/>
          <ac:spMkLst>
            <pc:docMk/>
            <pc:sldMk cId="0" sldId="276"/>
            <ac:spMk id="5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44" v="671" actId="27636"/>
          <ac:spMkLst>
            <pc:docMk/>
            <pc:sldMk cId="0" sldId="276"/>
            <ac:spMk id="6" creationId="{00000000-0000-0000-0000-000000000000}"/>
          </ac:spMkLst>
        </pc:spChg>
        <pc:picChg chg="add mod">
          <ac:chgData name="Daniel Kozin" userId="13f39fe03ac30d4a" providerId="LiveId" clId="{D5AC02A9-1FB6-5166-8202-9BD4F8D9D04D}" dt="2026-09-12T12:00:05.699" v="850" actId="1076"/>
          <ac:picMkLst>
            <pc:docMk/>
            <pc:sldMk cId="0" sldId="276"/>
            <ac:picMk id="7" creationId="{A7F8A9AD-E066-5B92-C025-34912539DCE1}"/>
          </ac:picMkLst>
        </pc:picChg>
      </pc:sldChg>
      <pc:sldChg chg="modSp mod">
        <pc:chgData name="Daniel Kozin" userId="13f39fe03ac30d4a" providerId="LiveId" clId="{D5AC02A9-1FB6-5166-8202-9BD4F8D9D04D}" dt="2026-09-12T11:58:31.446" v="675" actId="27636"/>
        <pc:sldMkLst>
          <pc:docMk/>
          <pc:sldMk cId="0" sldId="277"/>
        </pc:sldMkLst>
        <pc:spChg chg="mod">
          <ac:chgData name="Daniel Kozin" userId="13f39fe03ac30d4a" providerId="LiveId" clId="{D5AC02A9-1FB6-5166-8202-9BD4F8D9D04D}" dt="2026-09-12T11:58:31.446" v="675" actId="27636"/>
          <ac:spMkLst>
            <pc:docMk/>
            <pc:sldMk cId="0" sldId="277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45" v="672" actId="27636"/>
          <ac:spMkLst>
            <pc:docMk/>
            <pc:sldMk cId="0" sldId="277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46" v="673" actId="27636"/>
          <ac:spMkLst>
            <pc:docMk/>
            <pc:sldMk cId="0" sldId="277"/>
            <ac:spMk id="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46" v="674" actId="27636"/>
          <ac:spMkLst>
            <pc:docMk/>
            <pc:sldMk cId="0" sldId="277"/>
            <ac:spMk id="7" creationId="{00000000-0000-0000-0000-000000000000}"/>
          </ac:spMkLst>
        </pc:spChg>
      </pc:sldChg>
      <pc:sldChg chg="addSp modSp mod modAnim">
        <pc:chgData name="Daniel Kozin" userId="13f39fe03ac30d4a" providerId="LiveId" clId="{D5AC02A9-1FB6-5166-8202-9BD4F8D9D04D}" dt="2026-09-12T12:00:38.848" v="858"/>
        <pc:sldMkLst>
          <pc:docMk/>
          <pc:sldMk cId="0" sldId="278"/>
        </pc:sldMkLst>
        <pc:spChg chg="mod">
          <ac:chgData name="Daniel Kozin" userId="13f39fe03ac30d4a" providerId="LiveId" clId="{D5AC02A9-1FB6-5166-8202-9BD4F8D9D04D}" dt="2026-09-12T11:58:31.448" v="677" actId="27636"/>
          <ac:spMkLst>
            <pc:docMk/>
            <pc:sldMk cId="0" sldId="278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48" v="679" actId="27636"/>
          <ac:spMkLst>
            <pc:docMk/>
            <pc:sldMk cId="0" sldId="278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47" v="676" actId="27636"/>
          <ac:spMkLst>
            <pc:docMk/>
            <pc:sldMk cId="0" sldId="278"/>
            <ac:spMk id="8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48" v="678" actId="27636"/>
          <ac:spMkLst>
            <pc:docMk/>
            <pc:sldMk cId="0" sldId="278"/>
            <ac:spMk id="9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48" v="680" actId="27636"/>
          <ac:spMkLst>
            <pc:docMk/>
            <pc:sldMk cId="0" sldId="278"/>
            <ac:spMk id="10" creationId="{00000000-0000-0000-0000-000000000000}"/>
          </ac:spMkLst>
        </pc:spChg>
        <pc:picChg chg="add mod">
          <ac:chgData name="Daniel Kozin" userId="13f39fe03ac30d4a" providerId="LiveId" clId="{D5AC02A9-1FB6-5166-8202-9BD4F8D9D04D}" dt="2026-09-12T12:00:28.422" v="854" actId="1076"/>
          <ac:picMkLst>
            <pc:docMk/>
            <pc:sldMk cId="0" sldId="278"/>
            <ac:picMk id="11" creationId="{07730B44-D791-C19A-16AF-6C1D93F4CB93}"/>
          </ac:picMkLst>
        </pc:picChg>
      </pc:sldChg>
      <pc:sldChg chg="modSp mod">
        <pc:chgData name="Daniel Kozin" userId="13f39fe03ac30d4a" providerId="LiveId" clId="{D5AC02A9-1FB6-5166-8202-9BD4F8D9D04D}" dt="2026-09-12T11:58:31.450" v="684" actId="27636"/>
        <pc:sldMkLst>
          <pc:docMk/>
          <pc:sldMk cId="0" sldId="279"/>
        </pc:sldMkLst>
        <pc:spChg chg="mod">
          <ac:chgData name="Daniel Kozin" userId="13f39fe03ac30d4a" providerId="LiveId" clId="{D5AC02A9-1FB6-5166-8202-9BD4F8D9D04D}" dt="2026-09-12T11:58:31.450" v="684" actId="27636"/>
          <ac:spMkLst>
            <pc:docMk/>
            <pc:sldMk cId="0" sldId="279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49" v="681" actId="27636"/>
          <ac:spMkLst>
            <pc:docMk/>
            <pc:sldMk cId="0" sldId="279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49" v="682" actId="27636"/>
          <ac:spMkLst>
            <pc:docMk/>
            <pc:sldMk cId="0" sldId="279"/>
            <ac:spMk id="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50" v="683" actId="27636"/>
          <ac:spMkLst>
            <pc:docMk/>
            <pc:sldMk cId="0" sldId="279"/>
            <ac:spMk id="7" creationId="{00000000-0000-0000-0000-000000000000}"/>
          </ac:spMkLst>
        </pc:spChg>
      </pc:sldChg>
      <pc:sldChg chg="modSp mod">
        <pc:chgData name="Daniel Kozin" userId="13f39fe03ac30d4a" providerId="LiveId" clId="{D5AC02A9-1FB6-5166-8202-9BD4F8D9D04D}" dt="2026-09-12T11:58:31.453" v="692" actId="27636"/>
        <pc:sldMkLst>
          <pc:docMk/>
          <pc:sldMk cId="0" sldId="280"/>
        </pc:sldMkLst>
        <pc:spChg chg="mod">
          <ac:chgData name="Daniel Kozin" userId="13f39fe03ac30d4a" providerId="LiveId" clId="{D5AC02A9-1FB6-5166-8202-9BD4F8D9D04D}" dt="2026-09-12T11:58:31.451" v="685" actId="27636"/>
          <ac:spMkLst>
            <pc:docMk/>
            <pc:sldMk cId="0" sldId="280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51" v="686" actId="27636"/>
          <ac:spMkLst>
            <pc:docMk/>
            <pc:sldMk cId="0" sldId="280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51" v="687" actId="27636"/>
          <ac:spMkLst>
            <pc:docMk/>
            <pc:sldMk cId="0" sldId="280"/>
            <ac:spMk id="5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52" v="688" actId="27636"/>
          <ac:spMkLst>
            <pc:docMk/>
            <pc:sldMk cId="0" sldId="280"/>
            <ac:spMk id="6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52" v="689" actId="27636"/>
          <ac:spMkLst>
            <pc:docMk/>
            <pc:sldMk cId="0" sldId="280"/>
            <ac:spMk id="10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52" v="690" actId="27636"/>
          <ac:spMkLst>
            <pc:docMk/>
            <pc:sldMk cId="0" sldId="280"/>
            <ac:spMk id="11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52" v="691" actId="27636"/>
          <ac:spMkLst>
            <pc:docMk/>
            <pc:sldMk cId="0" sldId="280"/>
            <ac:spMk id="1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53" v="692" actId="27636"/>
          <ac:spMkLst>
            <pc:docMk/>
            <pc:sldMk cId="0" sldId="280"/>
            <ac:spMk id="14" creationId="{00000000-0000-0000-0000-000000000000}"/>
          </ac:spMkLst>
        </pc:spChg>
      </pc:sldChg>
      <pc:sldChg chg="modSp mod">
        <pc:chgData name="Daniel Kozin" userId="13f39fe03ac30d4a" providerId="LiveId" clId="{D5AC02A9-1FB6-5166-8202-9BD4F8D9D04D}" dt="2026-09-12T11:58:31.455" v="698" actId="27636"/>
        <pc:sldMkLst>
          <pc:docMk/>
          <pc:sldMk cId="0" sldId="281"/>
        </pc:sldMkLst>
        <pc:spChg chg="mod">
          <ac:chgData name="Daniel Kozin" userId="13f39fe03ac30d4a" providerId="LiveId" clId="{D5AC02A9-1FB6-5166-8202-9BD4F8D9D04D}" dt="2026-09-12T11:58:31.454" v="694" actId="27636"/>
          <ac:spMkLst>
            <pc:docMk/>
            <pc:sldMk cId="0" sldId="281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54" v="696" actId="27636"/>
          <ac:spMkLst>
            <pc:docMk/>
            <pc:sldMk cId="0" sldId="281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55" v="697" actId="27636"/>
          <ac:spMkLst>
            <pc:docMk/>
            <pc:sldMk cId="0" sldId="281"/>
            <ac:spMk id="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55" v="698" actId="27636"/>
          <ac:spMkLst>
            <pc:docMk/>
            <pc:sldMk cId="0" sldId="281"/>
            <ac:spMk id="5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54" v="693" actId="27636"/>
          <ac:spMkLst>
            <pc:docMk/>
            <pc:sldMk cId="0" sldId="281"/>
            <ac:spMk id="9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54" v="695" actId="27636"/>
          <ac:spMkLst>
            <pc:docMk/>
            <pc:sldMk cId="0" sldId="281"/>
            <ac:spMk id="10" creationId="{00000000-0000-0000-0000-000000000000}"/>
          </ac:spMkLst>
        </pc:spChg>
      </pc:sldChg>
      <pc:sldChg chg="modSp mod">
        <pc:chgData name="Daniel Kozin" userId="13f39fe03ac30d4a" providerId="LiveId" clId="{D5AC02A9-1FB6-5166-8202-9BD4F8D9D04D}" dt="2026-09-12T11:58:31.457" v="704" actId="27636"/>
        <pc:sldMkLst>
          <pc:docMk/>
          <pc:sldMk cId="0" sldId="282"/>
        </pc:sldMkLst>
        <pc:spChg chg="mod">
          <ac:chgData name="Daniel Kozin" userId="13f39fe03ac30d4a" providerId="LiveId" clId="{D5AC02A9-1FB6-5166-8202-9BD4F8D9D04D}" dt="2026-09-12T11:58:31.456" v="699" actId="27636"/>
          <ac:spMkLst>
            <pc:docMk/>
            <pc:sldMk cId="0" sldId="282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56" v="700" actId="27636"/>
          <ac:spMkLst>
            <pc:docMk/>
            <pc:sldMk cId="0" sldId="282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56" v="701" actId="27636"/>
          <ac:spMkLst>
            <pc:docMk/>
            <pc:sldMk cId="0" sldId="282"/>
            <ac:spMk id="6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56" v="702" actId="27636"/>
          <ac:spMkLst>
            <pc:docMk/>
            <pc:sldMk cId="0" sldId="282"/>
            <ac:spMk id="9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57" v="703" actId="27636"/>
          <ac:spMkLst>
            <pc:docMk/>
            <pc:sldMk cId="0" sldId="282"/>
            <ac:spMk id="1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57" v="704" actId="27636"/>
          <ac:spMkLst>
            <pc:docMk/>
            <pc:sldMk cId="0" sldId="282"/>
            <ac:spMk id="14" creationId="{00000000-0000-0000-0000-000000000000}"/>
          </ac:spMkLst>
        </pc:spChg>
      </pc:sldChg>
      <pc:sldChg chg="modSp mod">
        <pc:chgData name="Daniel Kozin" userId="13f39fe03ac30d4a" providerId="LiveId" clId="{D5AC02A9-1FB6-5166-8202-9BD4F8D9D04D}" dt="2026-09-12T11:58:31.464" v="728" actId="27636"/>
        <pc:sldMkLst>
          <pc:docMk/>
          <pc:sldMk cId="0" sldId="283"/>
        </pc:sldMkLst>
        <pc:spChg chg="mod">
          <ac:chgData name="Daniel Kozin" userId="13f39fe03ac30d4a" providerId="LiveId" clId="{D5AC02A9-1FB6-5166-8202-9BD4F8D9D04D}" dt="2026-09-12T11:58:31.458" v="705" actId="27636"/>
          <ac:spMkLst>
            <pc:docMk/>
            <pc:sldMk cId="0" sldId="283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58" v="706" actId="27636"/>
          <ac:spMkLst>
            <pc:docMk/>
            <pc:sldMk cId="0" sldId="283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59" v="707" actId="27636"/>
          <ac:spMkLst>
            <pc:docMk/>
            <pc:sldMk cId="0" sldId="283"/>
            <ac:spMk id="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59" v="708" actId="27636"/>
          <ac:spMkLst>
            <pc:docMk/>
            <pc:sldMk cId="0" sldId="283"/>
            <ac:spMk id="6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59" v="709" actId="27636"/>
          <ac:spMkLst>
            <pc:docMk/>
            <pc:sldMk cId="0" sldId="283"/>
            <ac:spMk id="7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0" v="710" actId="27636"/>
          <ac:spMkLst>
            <pc:docMk/>
            <pc:sldMk cId="0" sldId="283"/>
            <ac:spMk id="8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0" v="711" actId="27636"/>
          <ac:spMkLst>
            <pc:docMk/>
            <pc:sldMk cId="0" sldId="283"/>
            <ac:spMk id="9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0" v="712" actId="27636"/>
          <ac:spMkLst>
            <pc:docMk/>
            <pc:sldMk cId="0" sldId="283"/>
            <ac:spMk id="11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0" v="713" actId="27636"/>
          <ac:spMkLst>
            <pc:docMk/>
            <pc:sldMk cId="0" sldId="283"/>
            <ac:spMk id="1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1" v="714" actId="27636"/>
          <ac:spMkLst>
            <pc:docMk/>
            <pc:sldMk cId="0" sldId="283"/>
            <ac:spMk id="1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1" v="715" actId="27636"/>
          <ac:spMkLst>
            <pc:docMk/>
            <pc:sldMk cId="0" sldId="283"/>
            <ac:spMk id="1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1" v="716" actId="27636"/>
          <ac:spMkLst>
            <pc:docMk/>
            <pc:sldMk cId="0" sldId="283"/>
            <ac:spMk id="17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1" v="717" actId="27636"/>
          <ac:spMkLst>
            <pc:docMk/>
            <pc:sldMk cId="0" sldId="283"/>
            <ac:spMk id="18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1" v="718" actId="27636"/>
          <ac:spMkLst>
            <pc:docMk/>
            <pc:sldMk cId="0" sldId="283"/>
            <ac:spMk id="19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2" v="719" actId="27636"/>
          <ac:spMkLst>
            <pc:docMk/>
            <pc:sldMk cId="0" sldId="283"/>
            <ac:spMk id="20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2" v="720" actId="27636"/>
          <ac:spMkLst>
            <pc:docMk/>
            <pc:sldMk cId="0" sldId="283"/>
            <ac:spMk id="2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2" v="721" actId="27636"/>
          <ac:spMkLst>
            <pc:docMk/>
            <pc:sldMk cId="0" sldId="283"/>
            <ac:spMk id="2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2" v="722" actId="27636"/>
          <ac:spMkLst>
            <pc:docMk/>
            <pc:sldMk cId="0" sldId="283"/>
            <ac:spMk id="2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2" v="723" actId="27636"/>
          <ac:spMkLst>
            <pc:docMk/>
            <pc:sldMk cId="0" sldId="283"/>
            <ac:spMk id="25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3" v="724" actId="27636"/>
          <ac:spMkLst>
            <pc:docMk/>
            <pc:sldMk cId="0" sldId="283"/>
            <ac:spMk id="27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3" v="725" actId="27636"/>
          <ac:spMkLst>
            <pc:docMk/>
            <pc:sldMk cId="0" sldId="283"/>
            <ac:spMk id="28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3" v="726" actId="27636"/>
          <ac:spMkLst>
            <pc:docMk/>
            <pc:sldMk cId="0" sldId="283"/>
            <ac:spMk id="29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3" v="727" actId="27636"/>
          <ac:spMkLst>
            <pc:docMk/>
            <pc:sldMk cId="0" sldId="283"/>
            <ac:spMk id="30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4" v="728" actId="27636"/>
          <ac:spMkLst>
            <pc:docMk/>
            <pc:sldMk cId="0" sldId="283"/>
            <ac:spMk id="31" creationId="{00000000-0000-0000-0000-000000000000}"/>
          </ac:spMkLst>
        </pc:spChg>
      </pc:sldChg>
      <pc:sldChg chg="modSp mod">
        <pc:chgData name="Daniel Kozin" userId="13f39fe03ac30d4a" providerId="LiveId" clId="{D5AC02A9-1FB6-5166-8202-9BD4F8D9D04D}" dt="2026-09-12T11:58:31.469" v="744" actId="27636"/>
        <pc:sldMkLst>
          <pc:docMk/>
          <pc:sldMk cId="0" sldId="284"/>
        </pc:sldMkLst>
        <pc:spChg chg="mod">
          <ac:chgData name="Daniel Kozin" userId="13f39fe03ac30d4a" providerId="LiveId" clId="{D5AC02A9-1FB6-5166-8202-9BD4F8D9D04D}" dt="2026-09-12T11:58:31.465" v="729" actId="27636"/>
          <ac:spMkLst>
            <pc:docMk/>
            <pc:sldMk cId="0" sldId="284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5" v="730" actId="27636"/>
          <ac:spMkLst>
            <pc:docMk/>
            <pc:sldMk cId="0" sldId="284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5" v="731" actId="27636"/>
          <ac:spMkLst>
            <pc:docMk/>
            <pc:sldMk cId="0" sldId="284"/>
            <ac:spMk id="6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6" v="732" actId="27636"/>
          <ac:spMkLst>
            <pc:docMk/>
            <pc:sldMk cId="0" sldId="284"/>
            <ac:spMk id="7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6" v="733" actId="27636"/>
          <ac:spMkLst>
            <pc:docMk/>
            <pc:sldMk cId="0" sldId="284"/>
            <ac:spMk id="8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6" v="734" actId="27636"/>
          <ac:spMkLst>
            <pc:docMk/>
            <pc:sldMk cId="0" sldId="284"/>
            <ac:spMk id="9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7" v="735" actId="27636"/>
          <ac:spMkLst>
            <pc:docMk/>
            <pc:sldMk cId="0" sldId="284"/>
            <ac:spMk id="11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7" v="736" actId="27636"/>
          <ac:spMkLst>
            <pc:docMk/>
            <pc:sldMk cId="0" sldId="284"/>
            <ac:spMk id="1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7" v="737" actId="27636"/>
          <ac:spMkLst>
            <pc:docMk/>
            <pc:sldMk cId="0" sldId="284"/>
            <ac:spMk id="1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7" v="738" actId="27636"/>
          <ac:spMkLst>
            <pc:docMk/>
            <pc:sldMk cId="0" sldId="284"/>
            <ac:spMk id="14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8" v="739" actId="27636"/>
          <ac:spMkLst>
            <pc:docMk/>
            <pc:sldMk cId="0" sldId="284"/>
            <ac:spMk id="16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8" v="740" actId="27636"/>
          <ac:spMkLst>
            <pc:docMk/>
            <pc:sldMk cId="0" sldId="284"/>
            <ac:spMk id="17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8" v="741" actId="27636"/>
          <ac:spMkLst>
            <pc:docMk/>
            <pc:sldMk cId="0" sldId="284"/>
            <ac:spMk id="18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8" v="742" actId="27636"/>
          <ac:spMkLst>
            <pc:docMk/>
            <pc:sldMk cId="0" sldId="284"/>
            <ac:spMk id="19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8" v="743" actId="27636"/>
          <ac:spMkLst>
            <pc:docMk/>
            <pc:sldMk cId="0" sldId="284"/>
            <ac:spMk id="20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69" v="744" actId="27636"/>
          <ac:spMkLst>
            <pc:docMk/>
            <pc:sldMk cId="0" sldId="284"/>
            <ac:spMk id="21" creationId="{00000000-0000-0000-0000-000000000000}"/>
          </ac:spMkLst>
        </pc:spChg>
      </pc:sldChg>
      <pc:sldChg chg="modSp mod">
        <pc:chgData name="Daniel Kozin" userId="13f39fe03ac30d4a" providerId="LiveId" clId="{D5AC02A9-1FB6-5166-8202-9BD4F8D9D04D}" dt="2026-09-12T11:58:31.470" v="747" actId="27636"/>
        <pc:sldMkLst>
          <pc:docMk/>
          <pc:sldMk cId="0" sldId="285"/>
        </pc:sldMkLst>
        <pc:spChg chg="mod">
          <ac:chgData name="Daniel Kozin" userId="13f39fe03ac30d4a" providerId="LiveId" clId="{D5AC02A9-1FB6-5166-8202-9BD4F8D9D04D}" dt="2026-09-12T11:58:31.470" v="745" actId="27636"/>
          <ac:spMkLst>
            <pc:docMk/>
            <pc:sldMk cId="0" sldId="285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70" v="746" actId="27636"/>
          <ac:spMkLst>
            <pc:docMk/>
            <pc:sldMk cId="0" sldId="285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70" v="747" actId="27636"/>
          <ac:spMkLst>
            <pc:docMk/>
            <pc:sldMk cId="0" sldId="285"/>
            <ac:spMk id="6" creationId="{00000000-0000-0000-0000-000000000000}"/>
          </ac:spMkLst>
        </pc:spChg>
      </pc:sldChg>
      <pc:sldChg chg="modSp mod">
        <pc:chgData name="Daniel Kozin" userId="13f39fe03ac30d4a" providerId="LiveId" clId="{D5AC02A9-1FB6-5166-8202-9BD4F8D9D04D}" dt="2026-09-12T11:58:31.472" v="750" actId="27636"/>
        <pc:sldMkLst>
          <pc:docMk/>
          <pc:sldMk cId="0" sldId="286"/>
        </pc:sldMkLst>
        <pc:spChg chg="mod">
          <ac:chgData name="Daniel Kozin" userId="13f39fe03ac30d4a" providerId="LiveId" clId="{D5AC02A9-1FB6-5166-8202-9BD4F8D9D04D}" dt="2026-09-12T11:58:31.472" v="749" actId="27636"/>
          <ac:spMkLst>
            <pc:docMk/>
            <pc:sldMk cId="0" sldId="286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72" v="750" actId="27636"/>
          <ac:spMkLst>
            <pc:docMk/>
            <pc:sldMk cId="0" sldId="286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71" v="748" actId="27636"/>
          <ac:spMkLst>
            <pc:docMk/>
            <pc:sldMk cId="0" sldId="286"/>
            <ac:spMk id="6" creationId="{00000000-0000-0000-0000-000000000000}"/>
          </ac:spMkLst>
        </pc:spChg>
      </pc:sldChg>
      <pc:sldChg chg="addSp modSp mod modAnim">
        <pc:chgData name="Daniel Kozin" userId="13f39fe03ac30d4a" providerId="LiveId" clId="{D5AC02A9-1FB6-5166-8202-9BD4F8D9D04D}" dt="2026-09-12T12:01:01.036" v="864"/>
        <pc:sldMkLst>
          <pc:docMk/>
          <pc:sldMk cId="0" sldId="287"/>
        </pc:sldMkLst>
        <pc:spChg chg="mod">
          <ac:chgData name="Daniel Kozin" userId="13f39fe03ac30d4a" providerId="LiveId" clId="{D5AC02A9-1FB6-5166-8202-9BD4F8D9D04D}" dt="2026-09-12T11:58:31.473" v="751" actId="27636"/>
          <ac:spMkLst>
            <pc:docMk/>
            <pc:sldMk cId="0" sldId="287"/>
            <ac:spMk id="2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73" v="752" actId="27636"/>
          <ac:spMkLst>
            <pc:docMk/>
            <pc:sldMk cId="0" sldId="287"/>
            <ac:spMk id="3" creationId="{00000000-0000-0000-0000-000000000000}"/>
          </ac:spMkLst>
        </pc:spChg>
        <pc:spChg chg="mod">
          <ac:chgData name="Daniel Kozin" userId="13f39fe03ac30d4a" providerId="LiveId" clId="{D5AC02A9-1FB6-5166-8202-9BD4F8D9D04D}" dt="2026-09-12T11:58:31.473" v="753" actId="27636"/>
          <ac:spMkLst>
            <pc:docMk/>
            <pc:sldMk cId="0" sldId="287"/>
            <ac:spMk id="6" creationId="{00000000-0000-0000-0000-000000000000}"/>
          </ac:spMkLst>
        </pc:spChg>
        <pc:picChg chg="add mod">
          <ac:chgData name="Daniel Kozin" userId="13f39fe03ac30d4a" providerId="LiveId" clId="{D5AC02A9-1FB6-5166-8202-9BD4F8D9D04D}" dt="2026-09-12T12:00:53.211" v="862" actId="1076"/>
          <ac:picMkLst>
            <pc:docMk/>
            <pc:sldMk cId="0" sldId="287"/>
            <ac:picMk id="7" creationId="{EA02BD50-FEAB-0913-A926-9DB19F938C7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94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Diffusion project on interpolation.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parts: the data, Part A interpolation, Part B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984 volumes, 128 by 128 by 26 voxels.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classes are severely imbalanced, pillar and lump are a fraction of a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A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take two data points and generate a new one between them, using flow matching.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pipeline: invert both images to noise, slerp, then integrate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interpolation between Gaussians doesn't preserve norm; slerp follows the sphere.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research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MSE failed on the imbalance, so we weighted it per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Sanity check: invert the ODE and integrate forward, 98.3% on lump and pillar.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actual interpolation task the results were disappointing.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predictions were genuinely good for the lump.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training, other losses, tuning, nothing worked. Time for a different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reformulated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families of metrics: centroid MAE, and connected-component counts. We want one lump component and four anatomy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look reasonable, but the images say otherwise.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here is what the predictions actually look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B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Task: given a volume, generate the same volume rotated 180 degrees.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retrained the same model on the new ground truth. And as you can see, it just worked. (It did not.)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Loss went down, but the prediction is just a copy of the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idea: add a weighted cross-entropy term over pixels. Do you think it worked?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problem: the image doesn't move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Dice loss and a decaying lambda. Neither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centroid was the wrong metric, we moved to mask overlap (Dice).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Rollout loss: let the model take its own steps, then apply the loss where it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Rollout was unstable from scratch, so we fine-tuned. 50 validation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numbers across the full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rollouts, first 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rollouts, second 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example, and that's the project.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30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DIFFUSION PROJECT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3293938"/>
            <a:ext cx="17602200" cy="157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913"/>
              </a:lnSpc>
              <a:buNone/>
            </a:pPr>
            <a:r>
              <a:rPr lang="en-US" sz="12900" kern="0" spc="-45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Interpolation</a:t>
            </a:r>
            <a:endParaRPr lang="en-US" sz="12900" dirty="0"/>
          </a:p>
        </p:txBody>
      </p:sp>
      <p:sp>
        <p:nvSpPr>
          <p:cNvPr id="4" name="Text 2"/>
          <p:cNvSpPr/>
          <p:nvPr/>
        </p:nvSpPr>
        <p:spPr>
          <a:xfrm>
            <a:off x="1143000" y="5176838"/>
            <a:ext cx="5652065" cy="1446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052"/>
              </a:lnSpc>
              <a:buNone/>
            </a:pPr>
            <a:r>
              <a:rPr lang="en-US" sz="2550" dirty="0">
                <a:solidFill>
                  <a:srgbClr val="5C5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a transformation between breast-phantom volumes with flow matching.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8545860"/>
            <a:ext cx="16002000" cy="952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143000" y="8822085"/>
            <a:ext cx="1505404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en-US" sz="1950" dirty="0">
                <a:solidFill>
                  <a:srgbClr val="19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Kozin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013385" y="8896350"/>
            <a:ext cx="12078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500" kern="0" spc="90" dirty="0">
                <a:solidFill>
                  <a:srgbClr val="A8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215550260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176022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791"/>
              </a:lnSpc>
              <a:buNone/>
            </a:pPr>
            <a:r>
              <a:rPr lang="en-US" sz="5700" kern="0" spc="-142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143000" y="2722215"/>
            <a:ext cx="16002000" cy="952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143000" y="3327053"/>
            <a:ext cx="647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171700" y="3093690"/>
            <a:ext cx="1142479" cy="62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976"/>
              </a:lnSpc>
              <a:buNone/>
            </a:pPr>
            <a:r>
              <a:rPr lang="en-US" sz="40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4050" dirty="0"/>
          </a:p>
        </p:txBody>
      </p:sp>
      <p:sp>
        <p:nvSpPr>
          <p:cNvPr id="7" name="Shape 5"/>
          <p:cNvSpPr/>
          <p:nvPr/>
        </p:nvSpPr>
        <p:spPr>
          <a:xfrm>
            <a:off x="1143000" y="4047083"/>
            <a:ext cx="16002000" cy="952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1143000" y="4651921"/>
            <a:ext cx="647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171700" y="4418558"/>
            <a:ext cx="9360664" cy="62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976"/>
              </a:lnSpc>
              <a:buNone/>
            </a:pPr>
            <a:r>
              <a:rPr lang="en-US" sz="40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A, interpolation between our data</a:t>
            </a:r>
            <a:endParaRPr lang="en-US" sz="4050" dirty="0"/>
          </a:p>
        </p:txBody>
      </p:sp>
      <p:sp>
        <p:nvSpPr>
          <p:cNvPr id="10" name="Shape 8"/>
          <p:cNvSpPr/>
          <p:nvPr/>
        </p:nvSpPr>
        <p:spPr>
          <a:xfrm>
            <a:off x="1143000" y="6696819"/>
            <a:ext cx="16002000" cy="952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43000" y="5371951"/>
            <a:ext cx="16002000" cy="952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1143000" y="5976789"/>
            <a:ext cx="647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171700" y="5743426"/>
            <a:ext cx="5086253" cy="62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976"/>
              </a:lnSpc>
              <a:buNone/>
            </a:pPr>
            <a:r>
              <a:rPr lang="en-US" sz="40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B, 180° rotation</a:t>
            </a:r>
            <a:endParaRPr lang="en-US" sz="4050" dirty="0"/>
          </a:p>
        </p:txBody>
      </p:sp>
      <p:sp>
        <p:nvSpPr>
          <p:cNvPr id="14" name="Text 12"/>
          <p:cNvSpPr/>
          <p:nvPr/>
        </p:nvSpPr>
        <p:spPr>
          <a:xfrm>
            <a:off x="16924734" y="959167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54483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54483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791"/>
              </a:lnSpc>
              <a:buNone/>
            </a:pPr>
            <a:r>
              <a:rPr lang="en-US" sz="5700" kern="0" spc="-142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143000" y="2379315"/>
            <a:ext cx="510159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250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984 distinct data points, each of size 128 × 128 × 26 voxels.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143000" y="3708946"/>
            <a:ext cx="190500" cy="190500"/>
          </a:xfrm>
          <a:prstGeom prst="rect">
            <a:avLst/>
          </a:prstGeom>
          <a:solidFill>
            <a:srgbClr val="5A6E8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504950" y="3655665"/>
            <a:ext cx="128781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4177531"/>
            <a:ext cx="190500" cy="190500"/>
          </a:xfrm>
          <a:prstGeom prst="rect">
            <a:avLst/>
          </a:prstGeom>
          <a:solidFill>
            <a:srgbClr val="8E8E8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1504950" y="4124251"/>
            <a:ext cx="181265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 surface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4646116"/>
            <a:ext cx="190500" cy="190500"/>
          </a:xfrm>
          <a:prstGeom prst="rect">
            <a:avLst/>
          </a:prstGeom>
          <a:solidFill>
            <a:srgbClr val="D6402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1504950" y="4592836"/>
            <a:ext cx="60044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5105177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AC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1524000" y="5061421"/>
            <a:ext cx="237708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holding the lump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934200" y="914400"/>
            <a:ext cx="10210800" cy="8110537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77100" y="2321719"/>
            <a:ext cx="9525000" cy="52959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934200" y="9215438"/>
            <a:ext cx="1123188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558"/>
              </a:lnSpc>
              <a:buNone/>
            </a:pPr>
            <a:r>
              <a:rPr lang="en-US" sz="1425" dirty="0">
                <a:solidFill>
                  <a:srgbClr val="8B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 1, examples from the breast phantom dataset.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6924734" y="959167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8172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765238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791"/>
              </a:lnSpc>
              <a:buNone/>
            </a:pPr>
            <a:r>
              <a:rPr lang="en-US" sz="5700" kern="0" spc="-142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voxels are imbalanced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143000" y="3101280"/>
            <a:ext cx="7429500" cy="952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143000" y="3320355"/>
            <a:ext cx="15762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154"/>
              </a:lnSpc>
              <a:buNone/>
            </a:pPr>
            <a:r>
              <a:rPr lang="en-US" sz="2100" dirty="0">
                <a:solidFill>
                  <a:srgbClr val="19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772400" y="3320355"/>
            <a:ext cx="876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21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50.8%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3701355"/>
            <a:ext cx="7429500" cy="76200"/>
          </a:xfrm>
          <a:prstGeom prst="rect">
            <a:avLst/>
          </a:prstGeom>
          <a:solidFill>
            <a:srgbClr val="EDEAE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1143000" y="3701355"/>
            <a:ext cx="3774132" cy="76200"/>
          </a:xfrm>
          <a:prstGeom prst="rect">
            <a:avLst/>
          </a:prstGeom>
          <a:solidFill>
            <a:srgbClr val="3C5A7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1143000" y="3968055"/>
            <a:ext cx="7429500" cy="952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1143000" y="4187130"/>
            <a:ext cx="8032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154"/>
              </a:lnSpc>
              <a:buNone/>
            </a:pPr>
            <a:r>
              <a:rPr lang="en-US" sz="2100" dirty="0">
                <a:solidFill>
                  <a:srgbClr val="19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772400" y="4187130"/>
            <a:ext cx="876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21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48.0%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43000" y="4568130"/>
            <a:ext cx="7429500" cy="76200"/>
          </a:xfrm>
          <a:prstGeom prst="rect">
            <a:avLst/>
          </a:prstGeom>
          <a:solidFill>
            <a:srgbClr val="EDEAE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1143000" y="4568130"/>
            <a:ext cx="3566145" cy="76200"/>
          </a:xfrm>
          <a:prstGeom prst="rect">
            <a:avLst/>
          </a:prstGeom>
          <a:solidFill>
            <a:srgbClr val="3C5A7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1143000" y="4834830"/>
            <a:ext cx="7429500" cy="952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1143000" y="5053905"/>
            <a:ext cx="7462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154"/>
              </a:lnSpc>
              <a:buNone/>
            </a:pPr>
            <a:r>
              <a:rPr lang="en-US" sz="2100" dirty="0">
                <a:solidFill>
                  <a:srgbClr val="19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Lump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772400" y="5053905"/>
            <a:ext cx="876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2100" dirty="0">
                <a:solidFill>
                  <a:srgbClr val="A6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0.94%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143000" y="5434905"/>
            <a:ext cx="7429500" cy="76200"/>
          </a:xfrm>
          <a:prstGeom prst="rect">
            <a:avLst/>
          </a:prstGeom>
          <a:solidFill>
            <a:srgbClr val="EDEAE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1143000" y="5434905"/>
            <a:ext cx="69800" cy="76200"/>
          </a:xfrm>
          <a:prstGeom prst="rect">
            <a:avLst/>
          </a:prstGeom>
          <a:solidFill>
            <a:srgbClr val="A65A3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1143000" y="6568380"/>
            <a:ext cx="7429500" cy="952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1143000" y="5701605"/>
            <a:ext cx="7429500" cy="952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1143000" y="5920680"/>
            <a:ext cx="6885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154"/>
              </a:lnSpc>
              <a:buNone/>
            </a:pPr>
            <a:r>
              <a:rPr lang="en-US" sz="2100" dirty="0">
                <a:solidFill>
                  <a:srgbClr val="19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772400" y="5920680"/>
            <a:ext cx="876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2100" dirty="0">
                <a:solidFill>
                  <a:srgbClr val="A6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0.32%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143000" y="6301680"/>
            <a:ext cx="7429500" cy="76200"/>
          </a:xfrm>
          <a:prstGeom prst="rect">
            <a:avLst/>
          </a:prstGeom>
          <a:solidFill>
            <a:srgbClr val="EDEAE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1143000" y="6301680"/>
            <a:ext cx="38100" cy="76200"/>
          </a:xfrm>
          <a:prstGeom prst="rect">
            <a:avLst/>
          </a:prstGeom>
          <a:solidFill>
            <a:srgbClr val="A65A3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1143000" y="6882705"/>
            <a:ext cx="81724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1800" dirty="0">
                <a:solidFill>
                  <a:srgbClr val="8B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classes we care about make up barely 1% of every volume.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410700" y="914400"/>
            <a:ext cx="7734300" cy="857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48825" y="1745084"/>
            <a:ext cx="7258050" cy="6911057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6924734" y="959167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50957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300" dirty="0">
                <a:solidFill>
                  <a:srgbClr val="9F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7966770"/>
            <a:ext cx="17602200" cy="121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549"/>
              </a:lnSpc>
              <a:buNone/>
            </a:pPr>
            <a:r>
              <a:rPr lang="en-US" sz="9000" kern="0" spc="-270" dirty="0">
                <a:solidFill>
                  <a:srgbClr val="FB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Interpolation between our data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6924734" y="959167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6B67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7543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75438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791"/>
              </a:lnSpc>
              <a:buNone/>
            </a:pPr>
            <a:r>
              <a:rPr lang="en-US" sz="5700" kern="0" spc="-142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goal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143000" y="2341215"/>
            <a:ext cx="706374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250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two different data points and generate a new one that interpolates between them.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143000" y="3522315"/>
            <a:ext cx="706374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250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Formally, we have data points </a:t>
            </a:r>
            <a:r>
              <a:rPr lang="en-US" sz="2550" i="1" dirty="0">
                <a:solidFill>
                  <a:srgbClr val="444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r>
              <a:rPr lang="en-US" sz="1650" baseline="-40000" dirty="0">
                <a:solidFill>
                  <a:srgbClr val="444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</a:t>
            </a:r>
            <a:r>
              <a:rPr lang="en-US" sz="2250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2550" i="1" dirty="0">
                <a:solidFill>
                  <a:srgbClr val="444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r>
              <a:rPr lang="en-US" sz="1650" baseline="-40000" dirty="0">
                <a:solidFill>
                  <a:srgbClr val="444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</a:t>
            </a:r>
            <a:r>
              <a:rPr lang="en-US" sz="2250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∼ </a:t>
            </a:r>
            <a:r>
              <a:rPr lang="en-US" sz="2550" i="1" dirty="0">
                <a:solidFill>
                  <a:srgbClr val="444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r>
              <a:rPr lang="en-US" sz="2250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(0, </a:t>
            </a:r>
            <a:r>
              <a:rPr lang="en-US" sz="2550" i="1" dirty="0">
                <a:solidFill>
                  <a:srgbClr val="444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</a:t>
            </a:r>
            <a:r>
              <a:rPr lang="en-US" sz="2250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and we want to learn a transformation between them.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43000" y="4703415"/>
            <a:ext cx="75438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250" dirty="0">
                <a:solidFill>
                  <a:srgbClr val="19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 this, we use a flow matching model.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8839200" y="914400"/>
            <a:ext cx="8305800" cy="8110537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9077325" y="2447181"/>
            <a:ext cx="7829550" cy="50449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39200" y="9215438"/>
            <a:ext cx="913638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558"/>
              </a:lnSpc>
              <a:buNone/>
            </a:pPr>
            <a:r>
              <a:rPr lang="en-US" sz="1425" dirty="0">
                <a:solidFill>
                  <a:srgbClr val="8B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 2, flow matching learns a straight path; diffusion wanders.</a:t>
            </a:r>
            <a:endParaRPr lang="en-US" sz="1425" dirty="0"/>
          </a:p>
        </p:txBody>
      </p:sp>
      <p:sp>
        <p:nvSpPr>
          <p:cNvPr id="10" name="Text 7"/>
          <p:cNvSpPr/>
          <p:nvPr/>
        </p:nvSpPr>
        <p:spPr>
          <a:xfrm>
            <a:off x="16924734" y="959167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66788"/>
            <a:ext cx="9677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072655" y="762000"/>
            <a:ext cx="2838830" cy="5581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542"/>
              </a:lnSpc>
              <a:buNone/>
            </a:pPr>
            <a:r>
              <a:rPr lang="en-US" sz="3900" kern="0" spc="-78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pipeline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1548705"/>
            <a:ext cx="16459200" cy="7571482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62733" y="1824930"/>
            <a:ext cx="14562460" cy="70189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9291638"/>
            <a:ext cx="181051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558"/>
              </a:lnSpc>
              <a:buNone/>
            </a:pPr>
            <a:r>
              <a:rPr lang="en-US" sz="1425" dirty="0">
                <a:solidFill>
                  <a:srgbClr val="8B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 3, two images are inverted to noise, interpolated with slerp, then integrated forward.</a:t>
            </a:r>
            <a:endParaRPr lang="en-US" sz="1425" dirty="0"/>
          </a:p>
        </p:txBody>
      </p:sp>
      <p:sp>
        <p:nvSpPr>
          <p:cNvPr id="7" name="Text 4"/>
          <p:cNvSpPr/>
          <p:nvPr/>
        </p:nvSpPr>
        <p:spPr>
          <a:xfrm>
            <a:off x="17153334" y="980122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176022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791"/>
              </a:lnSpc>
              <a:buNone/>
            </a:pPr>
            <a:r>
              <a:rPr lang="en-US" sz="5700" kern="0" spc="-142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Slerp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143000" y="2455515"/>
            <a:ext cx="5297805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250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interpolation between two Gaussians doesn’t work well: it doesn’t preserve length.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143000" y="4027140"/>
            <a:ext cx="5297805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250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interpolation is like drilling in a straight line through the globe. Slerp takes the curved, and correct, path along its surface.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7124700" y="4770611"/>
            <a:ext cx="2195118" cy="4876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5366"/>
              </a:lnSpc>
              <a:buNone/>
            </a:pPr>
            <a:r>
              <a:rPr lang="en-US" sz="27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slerp(</a:t>
            </a:r>
            <a:r>
              <a:rPr lang="en-US" sz="270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r>
              <a:rPr lang="en-US" sz="27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270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r>
              <a:rPr lang="en-US" sz="27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α) =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348862" y="4519687"/>
            <a:ext cx="1804973" cy="449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366"/>
              </a:lnSpc>
              <a:buNone/>
            </a:pPr>
            <a:r>
              <a:rPr lang="en-US" sz="27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sin((1−α) θ)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728374" y="4988272"/>
            <a:ext cx="864468" cy="14288"/>
          </a:xfrm>
          <a:prstGeom prst="rect">
            <a:avLst/>
          </a:prstGeom>
          <a:solidFill>
            <a:srgbClr val="19191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9823624" y="5059710"/>
            <a:ext cx="760415" cy="449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366"/>
              </a:lnSpc>
              <a:buNone/>
            </a:pPr>
            <a:r>
              <a:rPr lang="en-US" sz="27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θ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1201028" y="4789661"/>
            <a:ext cx="248989" cy="449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366"/>
              </a:lnSpc>
              <a:buNone/>
            </a:pPr>
            <a:r>
              <a:rPr lang="en-US" sz="270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1526217" y="4789661"/>
            <a:ext cx="256282" cy="449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366"/>
              </a:lnSpc>
              <a:buNone/>
            </a:pPr>
            <a:r>
              <a:rPr lang="en-US" sz="27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030149" y="4519687"/>
            <a:ext cx="1196213" cy="449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366"/>
              </a:lnSpc>
              <a:buNone/>
            </a:pPr>
            <a:r>
              <a:rPr lang="en-US" sz="27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sin(α θ)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2132990" y="4988272"/>
            <a:ext cx="864468" cy="14288"/>
          </a:xfrm>
          <a:prstGeom prst="rect">
            <a:avLst/>
          </a:prstGeom>
          <a:solidFill>
            <a:srgbClr val="19191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12228240" y="5059710"/>
            <a:ext cx="760415" cy="449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366"/>
              </a:lnSpc>
              <a:buNone/>
            </a:pPr>
            <a:r>
              <a:rPr lang="en-US" sz="27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θ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3328898" y="4789661"/>
            <a:ext cx="268263" cy="449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366"/>
              </a:lnSpc>
              <a:buNone/>
            </a:pPr>
            <a:r>
              <a:rPr lang="en-US" sz="270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7124700" y="6004545"/>
            <a:ext cx="10020300" cy="952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7124700" y="6703144"/>
            <a:ext cx="1552962" cy="449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366"/>
              </a:lnSpc>
              <a:buNone/>
            </a:pPr>
            <a:r>
              <a:rPr lang="en-US" sz="27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 = arccos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8593634" y="6611689"/>
            <a:ext cx="261937" cy="63244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763"/>
              </a:lnSpc>
              <a:buNone/>
            </a:pPr>
            <a:r>
              <a:rPr lang="en-US" sz="39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9188872" y="6395070"/>
            <a:ext cx="662352" cy="4876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5366"/>
              </a:lnSpc>
              <a:buNone/>
            </a:pPr>
            <a:r>
              <a:rPr lang="en-US" sz="270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</a:t>
            </a:r>
            <a:r>
              <a:rPr lang="en-US" sz="27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</a:t>
            </a:r>
            <a:r>
              <a:rPr lang="en-US" sz="270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8874621" y="6901755"/>
            <a:ext cx="1213321" cy="14288"/>
          </a:xfrm>
          <a:prstGeom prst="rect">
            <a:avLst/>
          </a:prstGeom>
          <a:solidFill>
            <a:srgbClr val="19191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8969871" y="6973193"/>
            <a:ext cx="1144153" cy="4876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5366"/>
              </a:lnSpc>
              <a:buNone/>
            </a:pPr>
            <a:r>
              <a:rPr lang="en-US" sz="27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‖</a:t>
            </a:r>
            <a:r>
              <a:rPr lang="en-US" sz="270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r>
              <a:rPr lang="en-US" sz="27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‖ ‖</a:t>
            </a:r>
            <a:r>
              <a:rPr lang="en-US" sz="270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r>
              <a:rPr lang="en-US" sz="27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‖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0183192" y="6611689"/>
            <a:ext cx="261937" cy="63244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763"/>
              </a:lnSpc>
              <a:buNone/>
            </a:pPr>
            <a:r>
              <a:rPr lang="en-US" sz="39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3900" dirty="0"/>
          </a:p>
        </p:txBody>
      </p:sp>
      <p:sp>
        <p:nvSpPr>
          <p:cNvPr id="23" name="Text 21"/>
          <p:cNvSpPr/>
          <p:nvPr/>
        </p:nvSpPr>
        <p:spPr>
          <a:xfrm>
            <a:off x="16924734" y="959167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137595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30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QUESTION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3747195"/>
            <a:ext cx="680467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769"/>
              </a:lnSpc>
              <a:buNone/>
            </a:pPr>
            <a:r>
              <a:rPr lang="en-US" sz="2550" dirty="0">
                <a:solidFill>
                  <a:srgbClr val="8B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our data and this interpolation method, we ask ourselves: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143000" y="5137845"/>
            <a:ext cx="28575" cy="2011561"/>
          </a:xfrm>
          <a:prstGeom prst="rect">
            <a:avLst/>
          </a:prstGeom>
          <a:solidFill>
            <a:srgbClr val="3C5A7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666875" y="5137845"/>
            <a:ext cx="15958185" cy="2049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881"/>
              </a:lnSpc>
              <a:buNone/>
            </a:pPr>
            <a:r>
              <a:rPr lang="en-US" sz="7200" kern="0" spc="-216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we interpolate between two different data points?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6924734" y="959167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176022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791"/>
              </a:lnSpc>
              <a:buNone/>
            </a:pPr>
            <a:r>
              <a:rPr lang="en-US" sz="5700" kern="0" spc="-142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loss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143000" y="2417415"/>
            <a:ext cx="1094879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250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started with a standard MSE loss between voxels, but because of the enormous class imbalance we switched to a class-weighted MSE: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143000" y="4127153"/>
            <a:ext cx="2368815" cy="495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495"/>
              </a:lnSpc>
              <a:buNone/>
            </a:pPr>
            <a:r>
              <a:rPr lang="en-US" sz="30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ℒ</a:t>
            </a:r>
            <a:r>
              <a:rPr lang="en-US" sz="1650" baseline="-40000" dirty="0">
                <a:solidFill>
                  <a:srgbClr val="19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</a:t>
            </a:r>
            <a:r>
              <a:rPr lang="en-US" sz="30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(θ) = 𝔼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391719" y="3932858"/>
            <a:ext cx="340519" cy="8838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714"/>
              </a:lnSpc>
              <a:buNone/>
            </a:pPr>
            <a:r>
              <a:rPr lang="en-US" sz="55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</a:t>
            </a:r>
            <a:endParaRPr lang="en-US" sz="5550" dirty="0"/>
          </a:p>
        </p:txBody>
      </p:sp>
      <p:sp>
        <p:nvSpPr>
          <p:cNvPr id="7" name="Text 5"/>
          <p:cNvSpPr/>
          <p:nvPr/>
        </p:nvSpPr>
        <p:spPr>
          <a:xfrm>
            <a:off x="4182368" y="3815209"/>
            <a:ext cx="258150" cy="495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495"/>
              </a:lnSpc>
              <a:buNone/>
            </a:pPr>
            <a:r>
              <a:rPr lang="en-US" sz="30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808437" y="4329559"/>
            <a:ext cx="965299" cy="14288"/>
          </a:xfrm>
          <a:prstGeom prst="rect">
            <a:avLst/>
          </a:prstGeom>
          <a:solidFill>
            <a:srgbClr val="19191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3903687" y="4400996"/>
            <a:ext cx="871329" cy="533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5495"/>
              </a:lnSpc>
              <a:buNone/>
            </a:pPr>
            <a:r>
              <a:rPr lang="en-US" sz="300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</a:t>
            </a:r>
            <a:r>
              <a:rPr lang="en-US" sz="30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</a:t>
            </a:r>
            <a:r>
              <a:rPr lang="en-US" sz="300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97438" y="3808065"/>
            <a:ext cx="210815" cy="2714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984328" y="4060478"/>
            <a:ext cx="436959" cy="628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943"/>
              </a:lnSpc>
              <a:buNone/>
            </a:pPr>
            <a:r>
              <a:rPr lang="en-US" sz="46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endParaRPr lang="en-US" sz="4650" dirty="0"/>
          </a:p>
        </p:txBody>
      </p:sp>
      <p:sp>
        <p:nvSpPr>
          <p:cNvPr id="12" name="Text 10"/>
          <p:cNvSpPr/>
          <p:nvPr/>
        </p:nvSpPr>
        <p:spPr>
          <a:xfrm>
            <a:off x="4964237" y="4670078"/>
            <a:ext cx="477217" cy="2714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</a:t>
            </a:r>
            <a:r>
              <a:rPr lang="en-US" sz="16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1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498604" y="4108103"/>
            <a:ext cx="452289" cy="533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5495"/>
              </a:lnSpc>
              <a:buNone/>
            </a:pPr>
            <a:r>
              <a:rPr lang="en-US" sz="300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</a:t>
            </a:r>
            <a:r>
              <a:rPr lang="en-US" sz="1650" i="1" baseline="-400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97712" y="3965228"/>
            <a:ext cx="436959" cy="628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943"/>
              </a:lnSpc>
              <a:buNone/>
            </a:pPr>
            <a:r>
              <a:rPr lang="en-US" sz="46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endParaRPr lang="en-US" sz="4650" dirty="0"/>
          </a:p>
        </p:txBody>
      </p:sp>
      <p:sp>
        <p:nvSpPr>
          <p:cNvPr id="15" name="Text 13"/>
          <p:cNvSpPr/>
          <p:nvPr/>
        </p:nvSpPr>
        <p:spPr>
          <a:xfrm>
            <a:off x="6008043" y="4574828"/>
            <a:ext cx="616297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dirty="0">
                <a:solidFill>
                  <a:srgbClr val="19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voxels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81490" y="4096643"/>
            <a:ext cx="2168679" cy="55624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5495"/>
              </a:lnSpc>
              <a:buNone/>
            </a:pPr>
            <a:r>
              <a:rPr lang="en-US" sz="30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</a:t>
            </a:r>
            <a:r>
              <a:rPr lang="en-US" sz="300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r>
              <a:rPr lang="en-US" sz="1650" baseline="-400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 </a:t>
            </a:r>
            <a:r>
              <a:rPr lang="en-US" sz="30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 </a:t>
            </a:r>
            <a:r>
              <a:rPr lang="en-US" sz="300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r>
              <a:rPr lang="en-US" sz="30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*)</a:t>
            </a:r>
            <a:r>
              <a:rPr lang="en-US" sz="1800" baseline="300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r>
              <a:rPr lang="en-US" sz="1500" baseline="-40000" dirty="0">
                <a:solidFill>
                  <a:srgbClr val="19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c, voxel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748266" y="3932858"/>
            <a:ext cx="340519" cy="8838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714"/>
              </a:lnSpc>
              <a:buNone/>
            </a:pPr>
            <a:r>
              <a:rPr lang="en-US" sz="55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]</a:t>
            </a:r>
            <a:endParaRPr lang="en-US" sz="5550" dirty="0"/>
          </a:p>
        </p:txBody>
      </p:sp>
      <p:sp>
        <p:nvSpPr>
          <p:cNvPr id="18" name="Shape 16"/>
          <p:cNvSpPr/>
          <p:nvPr/>
        </p:nvSpPr>
        <p:spPr>
          <a:xfrm>
            <a:off x="1143000" y="5322540"/>
            <a:ext cx="16002000" cy="952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1143000" y="5713065"/>
            <a:ext cx="176022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0" spc="165" dirty="0">
                <a:solidFill>
                  <a:srgbClr val="8B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THE WEIGHTS ARE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43000" y="6132165"/>
            <a:ext cx="17602200" cy="54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563"/>
              </a:lnSpc>
              <a:buNone/>
            </a:pPr>
            <a:r>
              <a:rPr lang="en-US" sz="285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 </a:t>
            </a:r>
            <a:r>
              <a:rPr lang="en-US" sz="28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(1.0, 1.03, 12.57, 7.36) </a:t>
            </a:r>
            <a:r>
              <a:rPr lang="en-US" sz="1950" dirty="0">
                <a:solidFill>
                  <a:srgbClr val="8B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(background, insert, pillar, lump)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16924734" y="959167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6076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60769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791"/>
              </a:lnSpc>
              <a:buNone/>
            </a:pPr>
            <a:r>
              <a:rPr lang="en-US" sz="5700" kern="0" spc="-142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Sanity check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143000" y="2341215"/>
            <a:ext cx="5690235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250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testing interpolation at all, we tested the model itself: we reversed the ODE and integrated the data forward again.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143000" y="4084290"/>
            <a:ext cx="5524500" cy="952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143000" y="4436715"/>
            <a:ext cx="607695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9900" kern="0" spc="-297" dirty="0">
                <a:solidFill>
                  <a:srgbClr val="3C5A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98.3%</a:t>
            </a:r>
            <a:endParaRPr lang="en-US" sz="9900" dirty="0"/>
          </a:p>
        </p:txBody>
      </p:sp>
      <p:sp>
        <p:nvSpPr>
          <p:cNvPr id="7" name="Text 5"/>
          <p:cNvSpPr/>
          <p:nvPr/>
        </p:nvSpPr>
        <p:spPr>
          <a:xfrm>
            <a:off x="1143000" y="5865465"/>
            <a:ext cx="569023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8B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reconstruction accuracy on the lump and pillar classes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505700" y="914400"/>
            <a:ext cx="9639300" cy="8110537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43825" y="1850901"/>
            <a:ext cx="9163050" cy="623746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05700" y="9215438"/>
            <a:ext cx="1060323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558"/>
              </a:lnSpc>
              <a:buNone/>
            </a:pPr>
            <a:r>
              <a:rPr lang="en-US" sz="1425" dirty="0">
                <a:solidFill>
                  <a:srgbClr val="8B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 4, before inversion, the noise pre-image, and the reconstruction.</a:t>
            </a:r>
            <a:endParaRPr lang="en-US" sz="1425" dirty="0"/>
          </a:p>
        </p:txBody>
      </p:sp>
      <p:sp>
        <p:nvSpPr>
          <p:cNvPr id="11" name="Text 8"/>
          <p:cNvSpPr/>
          <p:nvPr/>
        </p:nvSpPr>
        <p:spPr>
          <a:xfrm>
            <a:off x="16924734" y="959167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66788"/>
            <a:ext cx="9677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110755" y="762000"/>
            <a:ext cx="4770619" cy="5581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542"/>
              </a:lnSpc>
              <a:buNone/>
            </a:pPr>
            <a:r>
              <a:rPr lang="en-US" sz="3900" kern="0" spc="-78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Disappointing results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752481" y="881063"/>
            <a:ext cx="6318669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en-US" sz="1950" dirty="0">
                <a:solidFill>
                  <a:srgbClr val="8B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generated volume collapses onto one endpoint.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3476848"/>
            <a:ext cx="7086600" cy="4139059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76325" y="3638773"/>
            <a:ext cx="6762750" cy="38152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3594943"/>
            <a:ext cx="7086600" cy="3902869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8391525" y="3756868"/>
            <a:ext cx="6762750" cy="357901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5544800" y="7768977"/>
            <a:ext cx="1828800" cy="1794123"/>
          </a:xfrm>
          <a:prstGeom prst="rect">
            <a:avLst/>
          </a:prstGeom>
          <a:ln w="9525">
            <a:solidFill>
              <a:srgbClr val="E3DFD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0" y="7768977"/>
            <a:ext cx="1828800" cy="17941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153334" y="980122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7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66788"/>
            <a:ext cx="9677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110755" y="762000"/>
            <a:ext cx="6323744" cy="5581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542"/>
              </a:lnSpc>
              <a:buNone/>
            </a:pPr>
            <a:r>
              <a:rPr lang="en-US" sz="3900" kern="0" spc="-78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predictions were good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8164413" y="881063"/>
            <a:ext cx="3520194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en-US" sz="1950" dirty="0">
                <a:solidFill>
                  <a:srgbClr val="8B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in terms of the lump.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1548705"/>
            <a:ext cx="16459200" cy="8014395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57475" y="1869728"/>
            <a:ext cx="12973050" cy="73723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53334" y="980122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2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299296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300" dirty="0">
                <a:solidFill>
                  <a:srgbClr val="9F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3985096"/>
            <a:ext cx="17388803" cy="108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030"/>
              </a:lnSpc>
              <a:buNone/>
            </a:pPr>
            <a:r>
              <a:rPr lang="en-US" sz="7800" kern="0" spc="-234" dirty="0">
                <a:solidFill>
                  <a:srgbClr val="FB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different approach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1143000" y="5530379"/>
            <a:ext cx="9206392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769"/>
              </a:lnSpc>
              <a:buNone/>
            </a:pPr>
            <a:r>
              <a:rPr lang="en-US" sz="2550" dirty="0">
                <a:solidFill>
                  <a:srgbClr val="B7B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tried many things, longer training, different losses, hyperparameter tuning, and none of them worked. So we rethought the setup.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6924734" y="959167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6B67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2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66788"/>
            <a:ext cx="9677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110755" y="762000"/>
            <a:ext cx="4762187" cy="5581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542"/>
              </a:lnSpc>
              <a:buNone/>
            </a:pPr>
            <a:r>
              <a:rPr lang="en-US" sz="3900" kern="0" spc="-78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 formulation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1548705"/>
            <a:ext cx="16459200" cy="8014395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24075" y="2203103"/>
            <a:ext cx="14039850" cy="670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153334" y="980122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2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162050"/>
            <a:ext cx="176022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791"/>
              </a:lnSpc>
              <a:buNone/>
            </a:pPr>
            <a:r>
              <a:rPr lang="en-US" sz="5700" kern="0" spc="-142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143000" y="2417415"/>
            <a:ext cx="937736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0" spc="198" dirty="0">
                <a:solidFill>
                  <a:srgbClr val="8B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CENTROID MAE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3228454"/>
            <a:ext cx="2411217" cy="4266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974"/>
              </a:lnSpc>
              <a:buNone/>
            </a:pPr>
            <a:r>
              <a:rPr lang="en-US" sz="25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centroid MAE =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3596357" y="2950815"/>
            <a:ext cx="220333" cy="4266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974"/>
              </a:lnSpc>
              <a:buNone/>
            </a:pPr>
            <a:r>
              <a:rPr lang="en-US" sz="25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3468365" y="3396555"/>
            <a:ext cx="438969" cy="14288"/>
          </a:xfrm>
          <a:prstGeom prst="rect">
            <a:avLst/>
          </a:prstGeom>
          <a:solidFill>
            <a:srgbClr val="19191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3563615" y="3467993"/>
            <a:ext cx="292365" cy="4647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5974"/>
              </a:lnSpc>
              <a:buNone/>
            </a:pPr>
            <a:r>
              <a:rPr lang="en-US" sz="255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4162425" y="2984599"/>
            <a:ext cx="207764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805"/>
              </a:lnSpc>
              <a:buNone/>
            </a:pPr>
            <a:r>
              <a:rPr lang="en-US" sz="135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088532" y="3194149"/>
            <a:ext cx="355476" cy="495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073"/>
              </a:lnSpc>
              <a:buNone/>
            </a:pPr>
            <a:r>
              <a:rPr lang="en-US" sz="36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078784" y="3670399"/>
            <a:ext cx="375047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805"/>
              </a:lnSpc>
              <a:buNone/>
            </a:pPr>
            <a:r>
              <a:rPr lang="en-US" sz="135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</a:t>
            </a:r>
            <a:r>
              <a:rPr lang="en-US" sz="13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91930" y="3200846"/>
            <a:ext cx="2733727" cy="4819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05974"/>
              </a:lnSpc>
              <a:buNone/>
            </a:pPr>
            <a:r>
              <a:rPr lang="en-US" sz="25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‖</a:t>
            </a:r>
            <a:r>
              <a:rPr lang="en-US" sz="255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r>
              <a:rPr lang="en-US" sz="1275" baseline="-40000" dirty="0">
                <a:solidFill>
                  <a:srgbClr val="19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</a:t>
            </a:r>
            <a:r>
              <a:rPr lang="en-US" sz="1425" baseline="300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</a:t>
            </a:r>
            <a:r>
              <a:rPr lang="en-US" sz="1425" i="1" baseline="300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r>
              <a:rPr lang="en-US" sz="1425" baseline="300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</a:t>
            </a:r>
            <a:r>
              <a:rPr lang="en-US" sz="25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 </a:t>
            </a:r>
            <a:r>
              <a:rPr lang="en-US" sz="255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r>
              <a:rPr lang="en-US" sz="1275" baseline="-40000" dirty="0">
                <a:solidFill>
                  <a:srgbClr val="19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r>
              <a:rPr lang="en-US" sz="1425" baseline="300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</a:t>
            </a:r>
            <a:r>
              <a:rPr lang="en-US" sz="1425" i="1" baseline="300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r>
              <a:rPr lang="en-US" sz="1425" baseline="300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r>
              <a:rPr lang="en-US" sz="25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‖</a:t>
            </a:r>
            <a:r>
              <a:rPr lang="en-US" sz="1425" baseline="-400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143000" y="4218533"/>
            <a:ext cx="8524875" cy="952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1143000" y="4513808"/>
            <a:ext cx="937736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150" dirty="0">
                <a:solidFill>
                  <a:srgbClr val="8B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4894808"/>
            <a:ext cx="9377362" cy="4723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13973"/>
              </a:lnSpc>
              <a:buNone/>
            </a:pPr>
            <a:r>
              <a:rPr lang="en-US" sz="240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r>
              <a:rPr lang="en-US" sz="1275" baseline="-40000" dirty="0">
                <a:solidFill>
                  <a:srgbClr val="19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</a:t>
            </a:r>
            <a:r>
              <a:rPr lang="en-US" sz="24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(α) = (1 − α) </a:t>
            </a:r>
            <a:r>
              <a:rPr lang="en-US" sz="240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r>
              <a:rPr lang="en-US" sz="1500" i="1" baseline="-400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</a:t>
            </a:r>
            <a:r>
              <a:rPr lang="en-US" sz="24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α </a:t>
            </a:r>
            <a:r>
              <a:rPr lang="en-US" sz="240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r>
              <a:rPr lang="en-US" sz="1500" i="1" baseline="-400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43000" y="5519589"/>
            <a:ext cx="8780621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2100" i="1" dirty="0">
                <a:solidFill>
                  <a:srgbClr val="444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r>
              <a:rPr lang="en-US" sz="1350" i="1" baseline="-40000" dirty="0">
                <a:solidFill>
                  <a:srgbClr val="444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</a:t>
            </a:r>
            <a:r>
              <a:rPr lang="en-US" sz="1875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2100" i="1" dirty="0">
                <a:solidFill>
                  <a:srgbClr val="444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r>
              <a:rPr lang="en-US" sz="1350" i="1" baseline="-40000" dirty="0">
                <a:solidFill>
                  <a:srgbClr val="444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</a:t>
            </a:r>
            <a:r>
              <a:rPr lang="en-US" sz="1875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 real lump centroids; </a:t>
            </a:r>
            <a:r>
              <a:rPr lang="en-US" sz="2100" i="1" dirty="0">
                <a:solidFill>
                  <a:srgbClr val="444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r>
              <a:rPr lang="en-US" sz="1350" baseline="-40000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</a:t>
            </a:r>
            <a:r>
              <a:rPr lang="en-US" sz="1875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centroid the model predicted.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0353675" y="2417415"/>
            <a:ext cx="9525" cy="714568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11049000" y="2417415"/>
            <a:ext cx="67056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kern="0" spc="198" dirty="0">
                <a:solidFill>
                  <a:srgbClr val="8B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COMPONENT COUNTS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049000" y="2950815"/>
            <a:ext cx="6278880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lump-component and average anatomy-component metrics track how many connected components a prediction contains.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1049000" y="4346228"/>
            <a:ext cx="2933700" cy="5216872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11363325" y="4660553"/>
            <a:ext cx="2381250" cy="508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884"/>
              </a:lnSpc>
              <a:buNone/>
            </a:pPr>
            <a:r>
              <a:rPr lang="en-US" sz="1425" kern="0" spc="142" dirty="0">
                <a:solidFill>
                  <a:srgbClr val="8B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LUMP COMPONENTS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1363325" y="8258175"/>
            <a:ext cx="472157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764"/>
              </a:lnSpc>
              <a:buNone/>
            </a:pPr>
            <a:r>
              <a:rPr lang="en-US" sz="7800" kern="0" spc="-234" dirty="0">
                <a:solidFill>
                  <a:srgbClr val="3C5A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7800" dirty="0"/>
          </a:p>
        </p:txBody>
      </p:sp>
      <p:sp>
        <p:nvSpPr>
          <p:cNvPr id="23" name="Text 21"/>
          <p:cNvSpPr/>
          <p:nvPr/>
        </p:nvSpPr>
        <p:spPr>
          <a:xfrm>
            <a:off x="11892632" y="8863013"/>
            <a:ext cx="682228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8B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4211300" y="4346228"/>
            <a:ext cx="2933700" cy="5216872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14525625" y="4660553"/>
            <a:ext cx="2381250" cy="508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884"/>
              </a:lnSpc>
              <a:buNone/>
            </a:pPr>
            <a:r>
              <a:rPr lang="en-US" sz="1425" kern="0" spc="142" dirty="0">
                <a:solidFill>
                  <a:srgbClr val="8B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ANATOMY COMPONENTS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4525625" y="8258175"/>
            <a:ext cx="606177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764"/>
              </a:lnSpc>
              <a:buNone/>
            </a:pPr>
            <a:r>
              <a:rPr lang="en-US" sz="7800" kern="0" spc="-234" dirty="0">
                <a:solidFill>
                  <a:srgbClr val="3C5A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7800" dirty="0"/>
          </a:p>
        </p:txBody>
      </p:sp>
      <p:sp>
        <p:nvSpPr>
          <p:cNvPr id="27" name="Text 25"/>
          <p:cNvSpPr/>
          <p:nvPr/>
        </p:nvSpPr>
        <p:spPr>
          <a:xfrm>
            <a:off x="15188952" y="8863013"/>
            <a:ext cx="682228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8B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924734" y="980122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2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71563"/>
            <a:ext cx="11163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487960" y="838200"/>
            <a:ext cx="5562325" cy="5981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875"/>
              </a:lnSpc>
              <a:buNone/>
            </a:pPr>
            <a:r>
              <a:rPr lang="en-US" sz="4200" kern="0" spc="-84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numbers look fine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43000" y="1588740"/>
            <a:ext cx="1080746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 dirty="0">
                <a:solidFill>
                  <a:srgbClr val="8B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metrics suggest a decent model, but when we look at the actual predicted images, we see something different.</a:t>
            </a:r>
            <a:endParaRPr lang="en-US" sz="2025" dirty="0"/>
          </a:p>
        </p:txBody>
      </p:sp>
      <p:sp>
        <p:nvSpPr>
          <p:cNvPr id="5" name="Shape 3"/>
          <p:cNvSpPr/>
          <p:nvPr/>
        </p:nvSpPr>
        <p:spPr>
          <a:xfrm>
            <a:off x="1143000" y="3233663"/>
            <a:ext cx="16002000" cy="14288"/>
          </a:xfrm>
          <a:prstGeom prst="rect">
            <a:avLst/>
          </a:prstGeom>
          <a:solidFill>
            <a:srgbClr val="19191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143000" y="2741265"/>
            <a:ext cx="1790700" cy="37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400"/>
              </a:lnSpc>
              <a:buNone/>
            </a:pPr>
            <a:r>
              <a:rPr lang="en-US" sz="1950" i="1" kern="0" spc="66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r>
              <a:rPr lang="en-US" sz="1200" kern="0" spc="66" baseline="-400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714625" y="2741265"/>
            <a:ext cx="4905375" cy="37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4400"/>
              </a:lnSpc>
              <a:buNone/>
            </a:pPr>
            <a:r>
              <a:rPr lang="en-US" sz="1650" kern="0" spc="66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centroid MAE (voxels)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477125" y="2741265"/>
            <a:ext cx="4905375" cy="37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4400"/>
              </a:lnSpc>
              <a:buNone/>
            </a:pPr>
            <a:r>
              <a:rPr lang="en-US" sz="1650" kern="0" spc="66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avg. anatomy components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239625" y="2741265"/>
            <a:ext cx="4905375" cy="37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4400"/>
              </a:lnSpc>
              <a:buNone/>
            </a:pPr>
            <a:r>
              <a:rPr lang="en-US" sz="1650" kern="0" spc="66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avg. lump components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43000" y="3805163"/>
            <a:ext cx="16002000" cy="9525"/>
          </a:xfrm>
          <a:prstGeom prst="rect">
            <a:avLst/>
          </a:prstGeom>
          <a:solidFill>
            <a:srgbClr val="EDEAE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1143000" y="3371776"/>
            <a:ext cx="18859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2381250" y="3371776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10.81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7143750" y="3371776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22.78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1906250" y="3371776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7.18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143000" y="4371901"/>
            <a:ext cx="16002000" cy="9525"/>
          </a:xfrm>
          <a:prstGeom prst="rect">
            <a:avLst/>
          </a:prstGeom>
          <a:solidFill>
            <a:srgbClr val="EDEAE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1143000" y="3938513"/>
            <a:ext cx="18859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2381250" y="3938513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7.93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7143750" y="3938513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25.82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1906250" y="3938513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5.32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143000" y="4938638"/>
            <a:ext cx="16002000" cy="9525"/>
          </a:xfrm>
          <a:prstGeom prst="rect">
            <a:avLst/>
          </a:prstGeom>
          <a:solidFill>
            <a:srgbClr val="EDEAE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1143000" y="4505251"/>
            <a:ext cx="18859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2381250" y="4505251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6.86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7143750" y="4505251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26.57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1906250" y="4505251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2.97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143000" y="5505376"/>
            <a:ext cx="16002000" cy="9525"/>
          </a:xfrm>
          <a:prstGeom prst="rect">
            <a:avLst/>
          </a:prstGeom>
          <a:solidFill>
            <a:srgbClr val="EDEAE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1143000" y="5071988"/>
            <a:ext cx="18859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2381250" y="5071988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6.80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7143750" y="5071988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23.50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1906250" y="5071988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2.23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1143000" y="6072113"/>
            <a:ext cx="16002000" cy="9525"/>
          </a:xfrm>
          <a:prstGeom prst="rect">
            <a:avLst/>
          </a:prstGeom>
          <a:solidFill>
            <a:srgbClr val="EDEAE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1143000" y="5638726"/>
            <a:ext cx="18859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2381250" y="5638726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6.86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7143750" y="5638726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17.67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11906250" y="5638726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2.62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1143000" y="6638851"/>
            <a:ext cx="16002000" cy="9525"/>
          </a:xfrm>
          <a:prstGeom prst="rect">
            <a:avLst/>
          </a:prstGeom>
          <a:solidFill>
            <a:srgbClr val="EDEAE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1143000" y="6205463"/>
            <a:ext cx="18859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2381250" y="6205463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6.55</a:t>
            </a:r>
            <a:endParaRPr lang="en-US" sz="1875" dirty="0"/>
          </a:p>
        </p:txBody>
      </p:sp>
      <p:sp>
        <p:nvSpPr>
          <p:cNvPr id="38" name="Text 36"/>
          <p:cNvSpPr/>
          <p:nvPr/>
        </p:nvSpPr>
        <p:spPr>
          <a:xfrm>
            <a:off x="7143750" y="6205463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7.73</a:t>
            </a:r>
            <a:endParaRPr lang="en-US" sz="1875" dirty="0"/>
          </a:p>
        </p:txBody>
      </p:sp>
      <p:sp>
        <p:nvSpPr>
          <p:cNvPr id="39" name="Text 37"/>
          <p:cNvSpPr/>
          <p:nvPr/>
        </p:nvSpPr>
        <p:spPr>
          <a:xfrm>
            <a:off x="11906250" y="6205463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3.12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143000" y="7205588"/>
            <a:ext cx="16002000" cy="9525"/>
          </a:xfrm>
          <a:prstGeom prst="rect">
            <a:avLst/>
          </a:prstGeom>
          <a:solidFill>
            <a:srgbClr val="EDEAE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1" name="Text 39"/>
          <p:cNvSpPr/>
          <p:nvPr/>
        </p:nvSpPr>
        <p:spPr>
          <a:xfrm>
            <a:off x="1143000" y="6772201"/>
            <a:ext cx="18859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</a:t>
            </a:r>
            <a:endParaRPr lang="en-US" sz="1875" dirty="0"/>
          </a:p>
        </p:txBody>
      </p:sp>
      <p:sp>
        <p:nvSpPr>
          <p:cNvPr id="42" name="Text 40"/>
          <p:cNvSpPr/>
          <p:nvPr/>
        </p:nvSpPr>
        <p:spPr>
          <a:xfrm>
            <a:off x="2381250" y="6772201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6.40</a:t>
            </a:r>
            <a:endParaRPr lang="en-US" sz="1875" dirty="0"/>
          </a:p>
        </p:txBody>
      </p:sp>
      <p:sp>
        <p:nvSpPr>
          <p:cNvPr id="43" name="Text 41"/>
          <p:cNvSpPr/>
          <p:nvPr/>
        </p:nvSpPr>
        <p:spPr>
          <a:xfrm>
            <a:off x="7143750" y="6772201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5.77</a:t>
            </a:r>
            <a:endParaRPr lang="en-US" sz="1875" dirty="0"/>
          </a:p>
        </p:txBody>
      </p:sp>
      <p:sp>
        <p:nvSpPr>
          <p:cNvPr id="44" name="Text 42"/>
          <p:cNvSpPr/>
          <p:nvPr/>
        </p:nvSpPr>
        <p:spPr>
          <a:xfrm>
            <a:off x="11906250" y="6772201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5.15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143000" y="7772326"/>
            <a:ext cx="16002000" cy="9525"/>
          </a:xfrm>
          <a:prstGeom prst="rect">
            <a:avLst/>
          </a:prstGeom>
          <a:solidFill>
            <a:srgbClr val="EDEAE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6" name="Text 44"/>
          <p:cNvSpPr/>
          <p:nvPr/>
        </p:nvSpPr>
        <p:spPr>
          <a:xfrm>
            <a:off x="1143000" y="7338938"/>
            <a:ext cx="18859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endParaRPr lang="en-US" sz="1875" dirty="0"/>
          </a:p>
        </p:txBody>
      </p:sp>
      <p:sp>
        <p:nvSpPr>
          <p:cNvPr id="47" name="Text 45"/>
          <p:cNvSpPr/>
          <p:nvPr/>
        </p:nvSpPr>
        <p:spPr>
          <a:xfrm>
            <a:off x="2381250" y="7338938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7.10</a:t>
            </a:r>
            <a:endParaRPr lang="en-US" sz="1875" dirty="0"/>
          </a:p>
        </p:txBody>
      </p:sp>
      <p:sp>
        <p:nvSpPr>
          <p:cNvPr id="48" name="Text 46"/>
          <p:cNvSpPr/>
          <p:nvPr/>
        </p:nvSpPr>
        <p:spPr>
          <a:xfrm>
            <a:off x="7143750" y="7338938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5.07</a:t>
            </a:r>
            <a:endParaRPr lang="en-US" sz="1875" dirty="0"/>
          </a:p>
        </p:txBody>
      </p:sp>
      <p:sp>
        <p:nvSpPr>
          <p:cNvPr id="49" name="Text 47"/>
          <p:cNvSpPr/>
          <p:nvPr/>
        </p:nvSpPr>
        <p:spPr>
          <a:xfrm>
            <a:off x="11906250" y="7338938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3.78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1143000" y="8339063"/>
            <a:ext cx="16002000" cy="9525"/>
          </a:xfrm>
          <a:prstGeom prst="rect">
            <a:avLst/>
          </a:prstGeom>
          <a:solidFill>
            <a:srgbClr val="19191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1" name="Text 49"/>
          <p:cNvSpPr/>
          <p:nvPr/>
        </p:nvSpPr>
        <p:spPr>
          <a:xfrm>
            <a:off x="1143000" y="7905676"/>
            <a:ext cx="18859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endParaRPr lang="en-US" sz="1875" dirty="0"/>
          </a:p>
        </p:txBody>
      </p:sp>
      <p:sp>
        <p:nvSpPr>
          <p:cNvPr id="52" name="Text 50"/>
          <p:cNvSpPr/>
          <p:nvPr/>
        </p:nvSpPr>
        <p:spPr>
          <a:xfrm>
            <a:off x="2381250" y="7905676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7.15</a:t>
            </a:r>
            <a:endParaRPr lang="en-US" sz="1875" dirty="0"/>
          </a:p>
        </p:txBody>
      </p:sp>
      <p:sp>
        <p:nvSpPr>
          <p:cNvPr id="53" name="Text 51"/>
          <p:cNvSpPr/>
          <p:nvPr/>
        </p:nvSpPr>
        <p:spPr>
          <a:xfrm>
            <a:off x="7143750" y="7905676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6.17</a:t>
            </a:r>
            <a:endParaRPr lang="en-US" sz="1875" dirty="0"/>
          </a:p>
        </p:txBody>
      </p:sp>
      <p:sp>
        <p:nvSpPr>
          <p:cNvPr id="54" name="Text 52"/>
          <p:cNvSpPr/>
          <p:nvPr/>
        </p:nvSpPr>
        <p:spPr>
          <a:xfrm>
            <a:off x="11906250" y="7905676"/>
            <a:ext cx="52387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035"/>
              </a:lnSpc>
              <a:buNone/>
            </a:pPr>
            <a:r>
              <a:rPr lang="en-US" sz="1875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1.72</a:t>
            </a:r>
            <a:endParaRPr lang="en-US" sz="1875" dirty="0"/>
          </a:p>
        </p:txBody>
      </p:sp>
      <p:sp>
        <p:nvSpPr>
          <p:cNvPr id="55" name="Text 53"/>
          <p:cNvSpPr/>
          <p:nvPr/>
        </p:nvSpPr>
        <p:spPr>
          <a:xfrm>
            <a:off x="16924734" y="980122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2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66788"/>
            <a:ext cx="11163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A6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259360" y="762000"/>
            <a:ext cx="6894277" cy="5581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542"/>
              </a:lnSpc>
              <a:buNone/>
            </a:pPr>
            <a:r>
              <a:rPr lang="en-US" sz="3900" kern="0" spc="-78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images actually show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3440162"/>
            <a:ext cx="13315950" cy="4212431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4425" y="3640187"/>
            <a:ext cx="12915900" cy="38123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153334" y="980122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275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37302B-E43D-CA7B-87B8-46E1201ED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0375" y="6779200"/>
            <a:ext cx="3059739" cy="28839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1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50957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300" dirty="0">
                <a:solidFill>
                  <a:srgbClr val="9F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B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7966770"/>
            <a:ext cx="16977233" cy="121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549"/>
              </a:lnSpc>
              <a:buNone/>
            </a:pPr>
            <a:r>
              <a:rPr lang="en-US" sz="9000" kern="0" spc="-270" dirty="0">
                <a:solidFill>
                  <a:srgbClr val="FBF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180° rotation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6924734" y="959167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6B67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2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66788"/>
            <a:ext cx="9677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B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110755" y="762000"/>
            <a:ext cx="1948569" cy="5581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542"/>
              </a:lnSpc>
              <a:buNone/>
            </a:pPr>
            <a:r>
              <a:rPr lang="en-US" sz="3900" kern="0" spc="-78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task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4186982" y="881063"/>
            <a:ext cx="7316324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en-US" sz="1950" dirty="0">
                <a:solidFill>
                  <a:srgbClr val="8B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 volume, generate the same volume rotated by 180°.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1529655"/>
            <a:ext cx="16459200" cy="8033445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52525" y="1847255"/>
            <a:ext cx="15982950" cy="73981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53334" y="980122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633788"/>
            <a:ext cx="9220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B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3957638"/>
            <a:ext cx="92202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791"/>
              </a:lnSpc>
              <a:buNone/>
            </a:pPr>
            <a:r>
              <a:rPr lang="en-US" sz="5700" kern="0" spc="-142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model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143000" y="5098703"/>
            <a:ext cx="863346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250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took the model from Part A and trained it on this task with our new ground-truth data.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143000" y="6222653"/>
            <a:ext cx="9220200" cy="5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400"/>
              </a:lnSpc>
              <a:buNone/>
            </a:pPr>
            <a:r>
              <a:rPr lang="en-US" sz="33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as </a:t>
            </a:r>
            <a:r>
              <a:rPr lang="en-US" sz="330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</a:t>
            </a:r>
            <a:r>
              <a:rPr lang="en-US" sz="33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see, it just worked.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6924734" y="959167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275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F8A9AD-E066-5B92-C025-34912539D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1276" y="3819033"/>
            <a:ext cx="5603724" cy="32740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66788"/>
            <a:ext cx="11163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A6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259360" y="762000"/>
            <a:ext cx="4471109" cy="5581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542"/>
              </a:lnSpc>
              <a:buNone/>
            </a:pPr>
            <a:r>
              <a:rPr lang="en-US" sz="3900" kern="0" spc="-78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loss went down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628805" y="881063"/>
            <a:ext cx="6944454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en-US" sz="1950" dirty="0">
                <a:solidFill>
                  <a:srgbClr val="8B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 predictions stayed identical to the original image.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1529655"/>
            <a:ext cx="16459200" cy="8033445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13409" y="1767780"/>
            <a:ext cx="13261181" cy="7557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53334" y="980122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2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13785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 01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11378565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791"/>
              </a:lnSpc>
              <a:buNone/>
            </a:pPr>
            <a:r>
              <a:rPr lang="en-US" sz="5700" kern="0" spc="-142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pixel loss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143000" y="2341215"/>
            <a:ext cx="1137856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250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added a weighted cross-entropy term over pixels to our loss: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143000" y="5299546"/>
            <a:ext cx="10344150" cy="952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43000" y="3265140"/>
            <a:ext cx="10344150" cy="952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143000" y="3655665"/>
            <a:ext cx="11378565" cy="5637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13563"/>
              </a:lnSpc>
              <a:buNone/>
            </a:pPr>
            <a:r>
              <a:rPr lang="en-US" sz="28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ℒ</a:t>
            </a:r>
            <a:r>
              <a:rPr lang="en-US" sz="1500" baseline="-40000" dirty="0">
                <a:solidFill>
                  <a:srgbClr val="19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 </a:t>
            </a:r>
            <a:r>
              <a:rPr lang="en-US" sz="28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CE(</a:t>
            </a:r>
            <a:r>
              <a:rPr lang="en-US" sz="285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x̂</a:t>
            </a:r>
            <a:r>
              <a:rPr lang="en-US" sz="1650" baseline="-400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r>
              <a:rPr lang="en-US" sz="28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argmax(</a:t>
            </a:r>
            <a:r>
              <a:rPr lang="en-US" sz="285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r>
              <a:rPr lang="en-US" sz="1650" baseline="-400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r>
              <a:rPr lang="en-US" sz="28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))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143000" y="4448026"/>
            <a:ext cx="11378565" cy="5086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563"/>
              </a:lnSpc>
              <a:buNone/>
            </a:pPr>
            <a:r>
              <a:rPr lang="en-US" sz="28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ℒ = ℒ</a:t>
            </a:r>
            <a:r>
              <a:rPr lang="en-US" sz="1500" baseline="-40000" dirty="0">
                <a:solidFill>
                  <a:srgbClr val="19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 </a:t>
            </a:r>
            <a:r>
              <a:rPr lang="en-US" sz="28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λ</a:t>
            </a:r>
            <a:r>
              <a:rPr lang="en-US" sz="1500" baseline="-40000" dirty="0">
                <a:solidFill>
                  <a:srgbClr val="19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 </a:t>
            </a:r>
            <a:r>
              <a:rPr lang="en-US" sz="28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ℒ</a:t>
            </a:r>
            <a:r>
              <a:rPr lang="en-US" sz="1500" baseline="-40000" dirty="0">
                <a:solidFill>
                  <a:srgbClr val="19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143000" y="5728171"/>
            <a:ext cx="1137856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30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trained a new model. Do you think it worked?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924734" y="959167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275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730B44-D791-C19A-16AF-6C1D93F4C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2904" y="6489963"/>
            <a:ext cx="2962857" cy="28910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66788"/>
            <a:ext cx="11163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A65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259360" y="762000"/>
            <a:ext cx="5797168" cy="5581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542"/>
              </a:lnSpc>
              <a:buNone/>
            </a:pPr>
            <a:r>
              <a:rPr lang="en-US" sz="3900" kern="0" spc="-78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Exactly the same problem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834313" y="881063"/>
            <a:ext cx="3719349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667"/>
              </a:lnSpc>
              <a:buNone/>
            </a:pPr>
            <a:r>
              <a:rPr lang="en-US" sz="1950" dirty="0">
                <a:solidFill>
                  <a:srgbClr val="8B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image doesn’t move at all.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1529655"/>
            <a:ext cx="16459200" cy="8033445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35485" y="1767780"/>
            <a:ext cx="13617029" cy="7557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53334" y="980122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2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IDEAS 02 &amp; 03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176022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791"/>
              </a:lnSpc>
              <a:buNone/>
            </a:pPr>
            <a:r>
              <a:rPr lang="en-US" sz="5700" kern="0" spc="-142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more attempts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143000" y="2684115"/>
            <a:ext cx="16002000" cy="952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143000" y="3279428"/>
            <a:ext cx="647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171700" y="3074640"/>
            <a:ext cx="6251384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877"/>
              </a:lnSpc>
              <a:buNone/>
            </a:pPr>
            <a:r>
              <a:rPr lang="en-US" sz="37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Dice loss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2171700" y="3736628"/>
            <a:ext cx="625138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8B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 overlap directly instead of per-voxel error.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6244530"/>
            <a:ext cx="16002000" cy="952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1143000" y="4464323"/>
            <a:ext cx="16002000" cy="952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1143000" y="5059635"/>
            <a:ext cx="6477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5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171700" y="4854848"/>
            <a:ext cx="7567702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877"/>
              </a:lnSpc>
              <a:buNone/>
            </a:pPr>
            <a:r>
              <a:rPr lang="en-US" sz="375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Decaying λ term</a:t>
            </a:r>
            <a:endParaRPr lang="en-US" sz="3750" dirty="0"/>
          </a:p>
        </p:txBody>
      </p:sp>
      <p:sp>
        <p:nvSpPr>
          <p:cNvPr id="12" name="Text 10"/>
          <p:cNvSpPr/>
          <p:nvPr/>
        </p:nvSpPr>
        <p:spPr>
          <a:xfrm>
            <a:off x="2171700" y="5516835"/>
            <a:ext cx="7567702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8B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Anneal the interpolation between the two losses over training.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43000" y="6787455"/>
            <a:ext cx="17602200" cy="5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400"/>
              </a:lnSpc>
              <a:buNone/>
            </a:pPr>
            <a:r>
              <a:rPr lang="en-US" sz="3300" dirty="0">
                <a:solidFill>
                  <a:srgbClr val="A65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Neither worked.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6924734" y="959167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2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176022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791"/>
              </a:lnSpc>
              <a:buNone/>
            </a:pPr>
            <a:r>
              <a:rPr lang="en-US" sz="5700" kern="0" spc="-142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Mask overlap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143000" y="2417415"/>
            <a:ext cx="1130198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435"/>
              </a:lnSpc>
              <a:buNone/>
            </a:pPr>
            <a:r>
              <a:rPr lang="en-US" sz="2250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realised the centroid isn’t the right metric, so we swapped it for a mask-overlap metric: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834188" y="5824538"/>
            <a:ext cx="1995227" cy="7505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516"/>
              </a:lnSpc>
              <a:buNone/>
            </a:pPr>
            <a:r>
              <a:rPr lang="en-US" sz="51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Dice =</a:t>
            </a:r>
            <a:endParaRPr lang="en-US" sz="5100" dirty="0"/>
          </a:p>
        </p:txBody>
      </p:sp>
      <p:sp>
        <p:nvSpPr>
          <p:cNvPr id="6" name="Text 4"/>
          <p:cNvSpPr/>
          <p:nvPr/>
        </p:nvSpPr>
        <p:spPr>
          <a:xfrm>
            <a:off x="9009980" y="5268292"/>
            <a:ext cx="2533829" cy="8267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6516"/>
              </a:lnSpc>
              <a:buNone/>
            </a:pPr>
            <a:r>
              <a:rPr lang="en-US" sz="51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|</a:t>
            </a:r>
            <a:r>
              <a:rPr lang="en-US" sz="510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</a:t>
            </a:r>
            <a:r>
              <a:rPr lang="en-US" sz="51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∩ </a:t>
            </a:r>
            <a:r>
              <a:rPr lang="en-US" sz="510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r>
              <a:rPr lang="en-US" sz="51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</a:t>
            </a:r>
            <a:endParaRPr lang="en-US" sz="5100" dirty="0"/>
          </a:p>
        </p:txBody>
      </p:sp>
      <p:sp>
        <p:nvSpPr>
          <p:cNvPr id="7" name="Shape 5"/>
          <p:cNvSpPr/>
          <p:nvPr/>
        </p:nvSpPr>
        <p:spPr>
          <a:xfrm>
            <a:off x="8936162" y="6171233"/>
            <a:ext cx="2419945" cy="19050"/>
          </a:xfrm>
          <a:prstGeom prst="rect">
            <a:avLst/>
          </a:prstGeom>
          <a:solidFill>
            <a:srgbClr val="19191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9107612" y="6304583"/>
            <a:ext cx="2319040" cy="8267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6516"/>
              </a:lnSpc>
              <a:buNone/>
            </a:pPr>
            <a:r>
              <a:rPr lang="en-US" sz="51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</a:t>
            </a:r>
            <a:r>
              <a:rPr lang="en-US" sz="510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r>
              <a:rPr lang="en-US" sz="51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+ |</a:t>
            </a:r>
            <a:r>
              <a:rPr lang="en-US" sz="5100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r>
              <a:rPr lang="en-US" sz="51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</a:t>
            </a:r>
            <a:endParaRPr lang="en-US" sz="5100" dirty="0"/>
          </a:p>
        </p:txBody>
      </p:sp>
      <p:sp>
        <p:nvSpPr>
          <p:cNvPr id="9" name="Text 7"/>
          <p:cNvSpPr/>
          <p:nvPr/>
        </p:nvSpPr>
        <p:spPr>
          <a:xfrm>
            <a:off x="1143000" y="9086850"/>
            <a:ext cx="164820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2100" i="1" dirty="0">
                <a:solidFill>
                  <a:srgbClr val="8B8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</a:t>
            </a:r>
            <a:r>
              <a:rPr lang="en-US" sz="1800" dirty="0">
                <a:solidFill>
                  <a:srgbClr val="8B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predicted mask · </a:t>
            </a:r>
            <a:r>
              <a:rPr lang="en-US" sz="2100" i="1" dirty="0">
                <a:solidFill>
                  <a:srgbClr val="8B8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</a:t>
            </a:r>
            <a:r>
              <a:rPr lang="en-US" sz="1800" dirty="0">
                <a:solidFill>
                  <a:srgbClr val="8B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ground-truth mask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24734" y="959167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2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 04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162050"/>
            <a:ext cx="1760220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791"/>
              </a:lnSpc>
              <a:buNone/>
            </a:pPr>
            <a:r>
              <a:rPr lang="en-US" sz="5700" kern="0" spc="-142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Rollout loss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143000" y="2341215"/>
            <a:ext cx="16002000" cy="952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143000" y="2674590"/>
            <a:ext cx="188595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800"/>
              </a:lnSpc>
              <a:buNone/>
            </a:pPr>
            <a:r>
              <a:rPr lang="en-US" sz="1650" kern="0" spc="132" dirty="0">
                <a:solidFill>
                  <a:srgbClr val="8B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371850" y="2674590"/>
            <a:ext cx="1418634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851"/>
              </a:lnSpc>
              <a:buNone/>
            </a:pPr>
            <a:r>
              <a:rPr lang="en-US" sz="2175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losses are only ever computed on points taken directly from the real data pair, states the network never had to reach on its own.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1143000" y="3827115"/>
            <a:ext cx="16002000" cy="952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1143000" y="4160490"/>
            <a:ext cx="188595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800"/>
              </a:lnSpc>
              <a:buNone/>
            </a:pPr>
            <a:r>
              <a:rPr lang="en-US" sz="1650" kern="0" spc="132" dirty="0">
                <a:solidFill>
                  <a:srgbClr val="8B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HURTS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371850" y="4160490"/>
            <a:ext cx="1418634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851"/>
              </a:lnSpc>
              <a:buNone/>
            </a:pPr>
            <a:r>
              <a:rPr lang="en-US" sz="2175" dirty="0">
                <a:solidFill>
                  <a:srgbClr val="444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inference the model must integrate its own predictions step by step. Small errors at step 1 push it off the ideal path, so by step 2 it faces a state it never trained on.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1143000" y="6863655"/>
            <a:ext cx="16002000" cy="952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43000" y="5313015"/>
            <a:ext cx="16002000" cy="9525"/>
          </a:xfrm>
          <a:prstGeom prst="rect">
            <a:avLst/>
          </a:prstGeom>
          <a:solidFill>
            <a:srgbClr val="E3DFD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1143000" y="5646390"/>
            <a:ext cx="1885950" cy="931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800"/>
              </a:lnSpc>
              <a:buNone/>
            </a:pPr>
            <a:r>
              <a:rPr lang="en-US" sz="1650" kern="0" spc="132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FIX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371850" y="5646390"/>
            <a:ext cx="14186345" cy="931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851"/>
              </a:lnSpc>
              <a:buNone/>
            </a:pPr>
            <a:r>
              <a:rPr lang="en-US" sz="2175" dirty="0">
                <a:solidFill>
                  <a:srgbClr val="19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model take a few self-directed steps from </a:t>
            </a:r>
            <a:r>
              <a:rPr lang="en-US" sz="2475" i="1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r>
              <a:rPr lang="en-US" sz="1500" baseline="-40000" dirty="0">
                <a:solidFill>
                  <a:srgbClr val="19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</a:t>
            </a:r>
            <a:r>
              <a:rPr lang="en-US" sz="2175" dirty="0">
                <a:solidFill>
                  <a:srgbClr val="19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feeding its own output back in just like at inference, then apply the loss wherever it actually ended up.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16924734" y="980122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2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81100"/>
            <a:ext cx="11163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487960" y="914400"/>
            <a:ext cx="6264481" cy="6381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647"/>
              </a:lnSpc>
              <a:buNone/>
            </a:pPr>
            <a:r>
              <a:rPr lang="en-US" sz="4500" kern="0" spc="-9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 with rollout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1743075"/>
            <a:ext cx="1153744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2100" dirty="0">
                <a:solidFill>
                  <a:srgbClr val="8B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was unstable for a fresh network, so we used it to fine-tune our previous model. Measured over 50 validation pairs.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143000" y="3602310"/>
            <a:ext cx="16002000" cy="14288"/>
          </a:xfrm>
          <a:prstGeom prst="rect">
            <a:avLst/>
          </a:prstGeom>
          <a:solidFill>
            <a:srgbClr val="19191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143000" y="3152775"/>
            <a:ext cx="775335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800" kern="0" spc="72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905750" y="3152775"/>
            <a:ext cx="314325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15556"/>
              </a:lnSpc>
              <a:buNone/>
            </a:pPr>
            <a:r>
              <a:rPr lang="en-US" sz="1800" kern="0" spc="72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lump Dice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63250" y="3152775"/>
            <a:ext cx="314325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15556"/>
              </a:lnSpc>
              <a:buNone/>
            </a:pPr>
            <a:r>
              <a:rPr lang="en-US" sz="1800" kern="0" spc="72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pillar Dice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582650" y="3152775"/>
            <a:ext cx="356235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15556"/>
              </a:lnSpc>
              <a:buNone/>
            </a:pPr>
            <a:r>
              <a:rPr lang="en-US" sz="1800" kern="0" spc="72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combined Dice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4382393"/>
            <a:ext cx="16002000" cy="9525"/>
          </a:xfrm>
          <a:prstGeom prst="rect">
            <a:avLst/>
          </a:prstGeom>
          <a:solidFill>
            <a:srgbClr val="EDEAE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1143000" y="3826148"/>
            <a:ext cx="77533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1250 (raw)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905750" y="3826148"/>
            <a:ext cx="31432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3750"/>
              </a:lnSpc>
              <a:buNone/>
            </a:pPr>
            <a:r>
              <a:rPr lang="en-US" sz="2100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0.451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763250" y="3826148"/>
            <a:ext cx="31432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3750"/>
              </a:lnSpc>
              <a:buNone/>
            </a:pPr>
            <a:r>
              <a:rPr lang="en-US" sz="2100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82650" y="3826148"/>
            <a:ext cx="35623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3750"/>
              </a:lnSpc>
              <a:buNone/>
            </a:pPr>
            <a:r>
              <a:rPr lang="en-US" sz="2100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0.422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43000" y="4391918"/>
            <a:ext cx="16002000" cy="775320"/>
          </a:xfrm>
          <a:prstGeom prst="rect">
            <a:avLst/>
          </a:prstGeom>
          <a:solidFill>
            <a:srgbClr val="F3EFE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143000" y="5157713"/>
            <a:ext cx="16002000" cy="9525"/>
          </a:xfrm>
          <a:prstGeom prst="rect">
            <a:avLst/>
          </a:prstGeom>
          <a:solidFill>
            <a:srgbClr val="EDEAE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1295400" y="4601468"/>
            <a:ext cx="743331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1250 (fine-tuned)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753350" y="4601468"/>
            <a:ext cx="31432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3750"/>
              </a:lnSpc>
              <a:buNone/>
            </a:pPr>
            <a:r>
              <a:rPr lang="en-US" sz="21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0.498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610850" y="4601468"/>
            <a:ext cx="31432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3750"/>
              </a:lnSpc>
              <a:buNone/>
            </a:pPr>
            <a:r>
              <a:rPr lang="en-US" sz="21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0.268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415010" y="4601468"/>
            <a:ext cx="357759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3750"/>
              </a:lnSpc>
              <a:buNone/>
            </a:pPr>
            <a:r>
              <a:rPr lang="en-US" sz="2100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0.478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143000" y="5933033"/>
            <a:ext cx="16002000" cy="9525"/>
          </a:xfrm>
          <a:prstGeom prst="rect">
            <a:avLst/>
          </a:prstGeom>
          <a:solidFill>
            <a:srgbClr val="EDEAE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1143000" y="5376788"/>
            <a:ext cx="77533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1500 (raw)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905750" y="5376788"/>
            <a:ext cx="31432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3750"/>
              </a:lnSpc>
              <a:buNone/>
            </a:pPr>
            <a:r>
              <a:rPr lang="en-US" sz="2100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0.470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763250" y="5376788"/>
            <a:ext cx="31432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3750"/>
              </a:lnSpc>
              <a:buNone/>
            </a:pPr>
            <a:r>
              <a:rPr lang="en-US" sz="2100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0.262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3582650" y="5376788"/>
            <a:ext cx="35623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3750"/>
              </a:lnSpc>
              <a:buNone/>
            </a:pPr>
            <a:r>
              <a:rPr lang="en-US" sz="2100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0.448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143000" y="6708353"/>
            <a:ext cx="16002000" cy="9525"/>
          </a:xfrm>
          <a:prstGeom prst="rect">
            <a:avLst/>
          </a:prstGeom>
          <a:solidFill>
            <a:srgbClr val="19191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1143000" y="6152108"/>
            <a:ext cx="77533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1500 (fine-tuned)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7905750" y="6152108"/>
            <a:ext cx="31432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3750"/>
              </a:lnSpc>
              <a:buNone/>
            </a:pPr>
            <a:r>
              <a:rPr lang="en-US" sz="2100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0.381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763250" y="6152108"/>
            <a:ext cx="31432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3750"/>
              </a:lnSpc>
              <a:buNone/>
            </a:pPr>
            <a:r>
              <a:rPr lang="en-US" sz="2100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0.120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3582650" y="6152108"/>
            <a:ext cx="35623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3750"/>
              </a:lnSpc>
              <a:buNone/>
            </a:pPr>
            <a:r>
              <a:rPr lang="en-US" sz="2100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0.354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6924734" y="959167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12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81100"/>
            <a:ext cx="11163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487960" y="914400"/>
            <a:ext cx="3161667" cy="6381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647"/>
              </a:lnSpc>
              <a:buNone/>
            </a:pPr>
            <a:r>
              <a:rPr lang="en-US" sz="4500" kern="0" spc="-9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results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1743075"/>
            <a:ext cx="1056123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2100" dirty="0">
                <a:solidFill>
                  <a:srgbClr val="8B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the entire dataset.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143000" y="3278460"/>
            <a:ext cx="16002000" cy="14288"/>
          </a:xfrm>
          <a:prstGeom prst="rect">
            <a:avLst/>
          </a:prstGeom>
          <a:solidFill>
            <a:srgbClr val="19191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143000" y="2828925"/>
            <a:ext cx="733425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556"/>
              </a:lnSpc>
              <a:buNone/>
            </a:pPr>
            <a:r>
              <a:rPr lang="en-US" sz="1800" kern="0" spc="72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34275" y="2828925"/>
            <a:ext cx="303847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15556"/>
              </a:lnSpc>
              <a:buNone/>
            </a:pPr>
            <a:r>
              <a:rPr lang="en-US" sz="1800" kern="0" spc="72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lump Dice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96525" y="2828925"/>
            <a:ext cx="303847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15556"/>
              </a:lnSpc>
              <a:buNone/>
            </a:pPr>
            <a:r>
              <a:rPr lang="en-US" sz="1800" kern="0" spc="72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pillar Dice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0" y="2828925"/>
            <a:ext cx="419100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15556"/>
              </a:lnSpc>
              <a:buNone/>
            </a:pPr>
            <a:r>
              <a:rPr lang="en-US" sz="1800" kern="0" spc="72" dirty="0">
                <a:solidFill>
                  <a:srgbClr val="19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combined Dice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4159523"/>
            <a:ext cx="16002000" cy="9525"/>
          </a:xfrm>
          <a:prstGeom prst="rect">
            <a:avLst/>
          </a:prstGeom>
          <a:solidFill>
            <a:srgbClr val="EDEAE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1143000" y="3540398"/>
            <a:ext cx="7334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2250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</a:t>
            </a:r>
            <a:r>
              <a:rPr lang="en-US" sz="2250" dirty="0">
                <a:solidFill>
                  <a:srgbClr val="A8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(176 pairs)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534275" y="3540398"/>
            <a:ext cx="30384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706"/>
              </a:lnSpc>
              <a:buNone/>
            </a:pPr>
            <a:r>
              <a:rPr lang="en-US" sz="2250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0.472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296525" y="3540398"/>
            <a:ext cx="30384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706"/>
              </a:lnSpc>
              <a:buNone/>
            </a:pPr>
            <a:r>
              <a:rPr lang="en-US" sz="2250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0.267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954000" y="3540398"/>
            <a:ext cx="41910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706"/>
              </a:lnSpc>
              <a:buNone/>
            </a:pPr>
            <a:r>
              <a:rPr lang="en-US" sz="2250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0.453 ± 0.151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143000" y="5035823"/>
            <a:ext cx="16002000" cy="9525"/>
          </a:xfrm>
          <a:prstGeom prst="rect">
            <a:avLst/>
          </a:prstGeom>
          <a:solidFill>
            <a:srgbClr val="19191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1143000" y="4416698"/>
            <a:ext cx="7334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2250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</a:t>
            </a:r>
            <a:r>
              <a:rPr lang="en-US" sz="2250" dirty="0">
                <a:solidFill>
                  <a:srgbClr val="A8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(176 pairs)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534275" y="4416698"/>
            <a:ext cx="30384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706"/>
              </a:lnSpc>
              <a:buNone/>
            </a:pPr>
            <a:r>
              <a:rPr lang="en-US" sz="2250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0.429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0296525" y="4416698"/>
            <a:ext cx="30384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706"/>
              </a:lnSpc>
              <a:buNone/>
            </a:pPr>
            <a:r>
              <a:rPr lang="en-US" sz="2250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0.247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954000" y="4416698"/>
            <a:ext cx="41910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4706"/>
              </a:lnSpc>
              <a:buNone/>
            </a:pPr>
            <a:r>
              <a:rPr lang="en-US" sz="2250" dirty="0">
                <a:solidFill>
                  <a:srgbClr val="444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0.405 ± 0.203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43000" y="5654948"/>
            <a:ext cx="17602200" cy="4647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740"/>
              </a:lnSpc>
              <a:buNone/>
            </a:pPr>
            <a:r>
              <a:rPr lang="en-US" sz="2400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slightly ahead of train, the fine-tuned model generalises rather than memorises.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6924734" y="959167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12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66788"/>
            <a:ext cx="11163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259360" y="762000"/>
            <a:ext cx="2929116" cy="5581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542"/>
              </a:lnSpc>
              <a:buNone/>
            </a:pPr>
            <a:r>
              <a:rPr lang="en-US" sz="3900" kern="0" spc="-78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 </a:t>
            </a:r>
            <a:r>
              <a:rPr lang="en-US" sz="3900" kern="0" spc="-78" dirty="0">
                <a:solidFill>
                  <a:srgbClr val="B8B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1548705"/>
            <a:ext cx="16459200" cy="8014395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90625" y="2982739"/>
            <a:ext cx="15906750" cy="51462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153334" y="980122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66788"/>
            <a:ext cx="11163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259360" y="762000"/>
            <a:ext cx="2929116" cy="5581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542"/>
              </a:lnSpc>
              <a:buNone/>
            </a:pPr>
            <a:r>
              <a:rPr lang="en-US" sz="3900" kern="0" spc="-78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 </a:t>
            </a:r>
            <a:r>
              <a:rPr lang="en-US" sz="3900" kern="0" spc="-78" dirty="0">
                <a:solidFill>
                  <a:srgbClr val="B8B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1548705"/>
            <a:ext cx="16459200" cy="8014395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90625" y="2982739"/>
            <a:ext cx="15906750" cy="51462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153334" y="980122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2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66788"/>
            <a:ext cx="11163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kern="0" spc="270" dirty="0">
                <a:solidFill>
                  <a:srgbClr val="3C5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259360" y="762000"/>
            <a:ext cx="2929116" cy="5581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542"/>
              </a:lnSpc>
              <a:buNone/>
            </a:pPr>
            <a:r>
              <a:rPr lang="en-US" sz="3900" kern="0" spc="-78" dirty="0">
                <a:solidFill>
                  <a:srgbClr val="19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 </a:t>
            </a:r>
            <a:r>
              <a:rPr lang="en-US" sz="3900" kern="0" spc="-78" dirty="0">
                <a:solidFill>
                  <a:srgbClr val="B8B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1548705"/>
            <a:ext cx="13125450" cy="8014395"/>
          </a:xfrm>
          <a:prstGeom prst="rect">
            <a:avLst/>
          </a:prstGeom>
          <a:solidFill>
            <a:srgbClr val="FFFFFF"/>
          </a:solidFill>
          <a:ln w="9525">
            <a:solidFill>
              <a:srgbClr val="E3DFD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52525" y="3509739"/>
            <a:ext cx="12649200" cy="40923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153334" y="9801225"/>
            <a:ext cx="296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9474"/>
              </a:lnSpc>
              <a:buNone/>
            </a:pPr>
            <a:r>
              <a:rPr lang="en-US" sz="1275" kern="0" spc="102" dirty="0">
                <a:solidFill>
                  <a:srgbClr val="B8B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275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02BD50-FEAB-0913-A926-9DB19F938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77975" y="5143500"/>
            <a:ext cx="3571875" cy="42954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1567</Words>
  <Application>Microsoft Macintosh PowerPoint</Application>
  <PresentationFormat>Custom</PresentationFormat>
  <Paragraphs>348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Daniel Kozin</cp:lastModifiedBy>
  <cp:revision>1</cp:revision>
  <dcterms:created xsi:type="dcterms:W3CDTF">2026-09-12T11:56:36Z</dcterms:created>
  <dcterms:modified xsi:type="dcterms:W3CDTF">2026-09-12T12:01:52Z</dcterms:modified>
</cp:coreProperties>
</file>